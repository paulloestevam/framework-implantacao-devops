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6" r:id="rId1"/>
  </p:sldMasterIdLst>
  <p:notesMasterIdLst>
    <p:notesMasterId r:id="rId27"/>
  </p:notesMasterIdLst>
  <p:sldIdLst>
    <p:sldId id="256" r:id="rId2"/>
    <p:sldId id="281" r:id="rId3"/>
    <p:sldId id="271" r:id="rId4"/>
    <p:sldId id="264" r:id="rId5"/>
    <p:sldId id="291" r:id="rId6"/>
    <p:sldId id="282" r:id="rId7"/>
    <p:sldId id="277" r:id="rId8"/>
    <p:sldId id="258" r:id="rId9"/>
    <p:sldId id="265" r:id="rId10"/>
    <p:sldId id="259" r:id="rId11"/>
    <p:sldId id="278" r:id="rId12"/>
    <p:sldId id="289" r:id="rId13"/>
    <p:sldId id="273" r:id="rId14"/>
    <p:sldId id="286" r:id="rId15"/>
    <p:sldId id="274" r:id="rId16"/>
    <p:sldId id="276" r:id="rId17"/>
    <p:sldId id="261" r:id="rId18"/>
    <p:sldId id="284" r:id="rId19"/>
    <p:sldId id="285" r:id="rId20"/>
    <p:sldId id="279" r:id="rId21"/>
    <p:sldId id="280" r:id="rId22"/>
    <p:sldId id="275" r:id="rId23"/>
    <p:sldId id="292" r:id="rId24"/>
    <p:sldId id="270" r:id="rId25"/>
    <p:sldId id="26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ACBC25-D423-4DCA-94EA-257A6655DDEA}" v="235" dt="2024-11-28T14:58:29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71" d="100"/>
          <a:sy n="71" d="100"/>
        </p:scale>
        <p:origin x="525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linny Souza" userId="dd5d8b5dd0d20d2d" providerId="LiveId" clId="{9F9C4FFB-BF3A-4FFC-A204-0A95B5AA2398}"/>
    <pc:docChg chg="custSel addSld delSld modSld sldOrd">
      <pc:chgData name="Evelinny Souza" userId="dd5d8b5dd0d20d2d" providerId="LiveId" clId="{9F9C4FFB-BF3A-4FFC-A204-0A95B5AA2398}" dt="2024-04-21T16:48:56.137" v="806" actId="27636"/>
      <pc:docMkLst>
        <pc:docMk/>
      </pc:docMkLst>
      <pc:sldChg chg="modSp mod">
        <pc:chgData name="Evelinny Souza" userId="dd5d8b5dd0d20d2d" providerId="LiveId" clId="{9F9C4FFB-BF3A-4FFC-A204-0A95B5AA2398}" dt="2024-04-21T16:48:55.996" v="803"/>
        <pc:sldMkLst>
          <pc:docMk/>
          <pc:sldMk cId="938926697" sldId="256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938926697" sldId="256"/>
            <ac:spMk id="2" creationId="{BAE6D0B2-AB71-5AB8-54DA-503C8BECC73E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938926697" sldId="256"/>
            <ac:spMk id="3" creationId="{6E20F618-ADEE-F9B9-FEC7-D382C579D8AD}"/>
          </ac:spMkLst>
        </pc:spChg>
      </pc:sldChg>
      <pc:sldChg chg="addSp delSp modSp mod">
        <pc:chgData name="Evelinny Souza" userId="dd5d8b5dd0d20d2d" providerId="LiveId" clId="{9F9C4FFB-BF3A-4FFC-A204-0A95B5AA2398}" dt="2024-04-21T16:48:56.121" v="804" actId="27636"/>
        <pc:sldMkLst>
          <pc:docMk/>
          <pc:sldMk cId="546721020" sldId="257"/>
        </pc:sldMkLst>
        <pc:spChg chg="mod">
          <ac:chgData name="Evelinny Souza" userId="dd5d8b5dd0d20d2d" providerId="LiveId" clId="{9F9C4FFB-BF3A-4FFC-A204-0A95B5AA2398}" dt="2024-04-21T16:48:56.121" v="804" actId="27636"/>
          <ac:spMkLst>
            <pc:docMk/>
            <pc:sldMk cId="546721020" sldId="257"/>
            <ac:spMk id="2" creationId="{AF231C61-F8B2-F22C-3EC3-71E50FF94DEA}"/>
          </ac:spMkLst>
        </pc:spChg>
        <pc:spChg chg="del">
          <ac:chgData name="Evelinny Souza" userId="dd5d8b5dd0d20d2d" providerId="LiveId" clId="{9F9C4FFB-BF3A-4FFC-A204-0A95B5AA2398}" dt="2024-04-20T21:51:52.423" v="532" actId="478"/>
          <ac:spMkLst>
            <pc:docMk/>
            <pc:sldMk cId="546721020" sldId="257"/>
            <ac:spMk id="3" creationId="{ABF8B82D-BCCF-38E5-D846-E515EE85495C}"/>
          </ac:spMkLst>
        </pc:spChg>
        <pc:picChg chg="add mod">
          <ac:chgData name="Evelinny Souza" userId="dd5d8b5dd0d20d2d" providerId="LiveId" clId="{9F9C4FFB-BF3A-4FFC-A204-0A95B5AA2398}" dt="2024-04-21T16:48:53.235" v="799"/>
          <ac:picMkLst>
            <pc:docMk/>
            <pc:sldMk cId="546721020" sldId="257"/>
            <ac:picMk id="5" creationId="{F41E9F0F-6D97-A8C3-8EDD-C95332C41B5F}"/>
          </ac:picMkLst>
        </pc:picChg>
        <pc:picChg chg="add del mod">
          <ac:chgData name="Evelinny Souza" userId="dd5d8b5dd0d20d2d" providerId="LiveId" clId="{9F9C4FFB-BF3A-4FFC-A204-0A95B5AA2398}" dt="2024-04-20T21:51:24.685" v="526" actId="21"/>
          <ac:picMkLst>
            <pc:docMk/>
            <pc:sldMk cId="546721020" sldId="257"/>
            <ac:picMk id="1026" creationId="{FE49F0F9-C1CA-8C1F-34F8-4D75079F40E1}"/>
          </ac:picMkLst>
        </pc:picChg>
        <pc:picChg chg="add del mod">
          <ac:chgData name="Evelinny Souza" userId="dd5d8b5dd0d20d2d" providerId="LiveId" clId="{9F9C4FFB-BF3A-4FFC-A204-0A95B5AA2398}" dt="2024-04-20T22:19:52.921" v="562" actId="21"/>
          <ac:picMkLst>
            <pc:docMk/>
            <pc:sldMk cId="546721020" sldId="257"/>
            <ac:picMk id="4098" creationId="{5598F187-8160-BE41-E44D-960D16A7AC2A}"/>
          </ac:picMkLst>
        </pc:picChg>
      </pc:sldChg>
      <pc:sldChg chg="addSp delSp modSp mod">
        <pc:chgData name="Evelinny Souza" userId="dd5d8b5dd0d20d2d" providerId="LiveId" clId="{9F9C4FFB-BF3A-4FFC-A204-0A95B5AA2398}" dt="2024-04-21T16:35:42.749" v="798" actId="1076"/>
        <pc:sldMkLst>
          <pc:docMk/>
          <pc:sldMk cId="3133713478" sldId="258"/>
        </pc:sldMkLst>
        <pc:spChg chg="mod">
          <ac:chgData name="Evelinny Souza" userId="dd5d8b5dd0d20d2d" providerId="LiveId" clId="{9F9C4FFB-BF3A-4FFC-A204-0A95B5AA2398}" dt="2024-04-21T16:35:38.832" v="797" actId="20577"/>
          <ac:spMkLst>
            <pc:docMk/>
            <pc:sldMk cId="3133713478" sldId="258"/>
            <ac:spMk id="2" creationId="{E8FA7B2A-D1E4-839E-3D88-E31F0E9A8979}"/>
          </ac:spMkLst>
        </pc:spChg>
        <pc:spChg chg="add del mod">
          <ac:chgData name="Evelinny Souza" userId="dd5d8b5dd0d20d2d" providerId="LiveId" clId="{9F9C4FFB-BF3A-4FFC-A204-0A95B5AA2398}" dt="2024-04-21T16:35:12.463" v="773" actId="5793"/>
          <ac:spMkLst>
            <pc:docMk/>
            <pc:sldMk cId="3133713478" sldId="258"/>
            <ac:spMk id="3" creationId="{CD2E931E-E20F-86DD-E867-F5CD9740868A}"/>
          </ac:spMkLst>
        </pc:spChg>
        <pc:spChg chg="add del mod">
          <ac:chgData name="Evelinny Souza" userId="dd5d8b5dd0d20d2d" providerId="LiveId" clId="{9F9C4FFB-BF3A-4FFC-A204-0A95B5AA2398}" dt="2024-04-20T17:55:25.097" v="277" actId="478"/>
          <ac:spMkLst>
            <pc:docMk/>
            <pc:sldMk cId="3133713478" sldId="258"/>
            <ac:spMk id="4" creationId="{2E66F959-A5FE-5DF0-8FFF-007FFFBBAADA}"/>
          </ac:spMkLst>
        </pc:spChg>
        <pc:spChg chg="add mod">
          <ac:chgData name="Evelinny Souza" userId="dd5d8b5dd0d20d2d" providerId="LiveId" clId="{9F9C4FFB-BF3A-4FFC-A204-0A95B5AA2398}" dt="2024-04-20T17:55:19.637" v="274" actId="478"/>
          <ac:spMkLst>
            <pc:docMk/>
            <pc:sldMk cId="3133713478" sldId="258"/>
            <ac:spMk id="5" creationId="{2DD22D1B-0AC6-1544-83E1-F2E6DA3DB7D7}"/>
          </ac:spMkLst>
        </pc:spChg>
        <pc:spChg chg="add mod">
          <ac:chgData name="Evelinny Souza" userId="dd5d8b5dd0d20d2d" providerId="LiveId" clId="{9F9C4FFB-BF3A-4FFC-A204-0A95B5AA2398}" dt="2024-04-20T17:55:24.018" v="276" actId="478"/>
          <ac:spMkLst>
            <pc:docMk/>
            <pc:sldMk cId="3133713478" sldId="258"/>
            <ac:spMk id="6" creationId="{F3D108F3-86F5-0DA7-85B5-6DB28476B1FD}"/>
          </ac:spMkLst>
        </pc:spChg>
        <pc:spChg chg="add mod">
          <ac:chgData name="Evelinny Souza" userId="dd5d8b5dd0d20d2d" providerId="LiveId" clId="{9F9C4FFB-BF3A-4FFC-A204-0A95B5AA2398}" dt="2024-04-20T17:56:48.900" v="284" actId="21"/>
          <ac:spMkLst>
            <pc:docMk/>
            <pc:sldMk cId="3133713478" sldId="258"/>
            <ac:spMk id="7" creationId="{E3E838E6-C20A-3C36-044A-94712ECF12BD}"/>
          </ac:spMkLst>
        </pc:spChg>
        <pc:picChg chg="add mod">
          <ac:chgData name="Evelinny Souza" userId="dd5d8b5dd0d20d2d" providerId="LiveId" clId="{9F9C4FFB-BF3A-4FFC-A204-0A95B5AA2398}" dt="2024-04-20T21:42:38.985" v="418" actId="1076"/>
          <ac:picMkLst>
            <pc:docMk/>
            <pc:sldMk cId="3133713478" sldId="258"/>
            <ac:picMk id="5" creationId="{09F40F5E-883C-770B-CA9A-E21059A4D45E}"/>
          </ac:picMkLst>
        </pc:picChg>
        <pc:picChg chg="add mod">
          <ac:chgData name="Evelinny Souza" userId="dd5d8b5dd0d20d2d" providerId="LiveId" clId="{9F9C4FFB-BF3A-4FFC-A204-0A95B5AA2398}" dt="2024-04-20T18:03:08.241" v="323" actId="1076"/>
          <ac:picMkLst>
            <pc:docMk/>
            <pc:sldMk cId="3133713478" sldId="258"/>
            <ac:picMk id="8" creationId="{72D6C9C5-67F0-94E1-41C3-14B89F10793D}"/>
          </ac:picMkLst>
        </pc:picChg>
        <pc:picChg chg="add mod">
          <ac:chgData name="Evelinny Souza" userId="dd5d8b5dd0d20d2d" providerId="LiveId" clId="{9F9C4FFB-BF3A-4FFC-A204-0A95B5AA2398}" dt="2024-04-21T16:35:42.749" v="798" actId="1076"/>
          <ac:picMkLst>
            <pc:docMk/>
            <pc:sldMk cId="3133713478" sldId="258"/>
            <ac:picMk id="2050" creationId="{FCDF9C11-8873-8CFF-7864-E1A4A7486AFF}"/>
          </ac:picMkLst>
        </pc:picChg>
        <pc:picChg chg="add del mod">
          <ac:chgData name="Evelinny Souza" userId="dd5d8b5dd0d20d2d" providerId="LiveId" clId="{9F9C4FFB-BF3A-4FFC-A204-0A95B5AA2398}" dt="2024-04-21T16:35:06.836" v="766" actId="478"/>
          <ac:picMkLst>
            <pc:docMk/>
            <pc:sldMk cId="3133713478" sldId="258"/>
            <ac:picMk id="2060" creationId="{B10EBD8E-A888-E366-B094-5B68A11E3971}"/>
          </ac:picMkLst>
        </pc:picChg>
        <pc:picChg chg="add del mod">
          <ac:chgData name="Evelinny Souza" userId="dd5d8b5dd0d20d2d" providerId="LiveId" clId="{9F9C4FFB-BF3A-4FFC-A204-0A95B5AA2398}" dt="2024-04-20T17:57:18.044" v="292" actId="21"/>
          <ac:picMkLst>
            <pc:docMk/>
            <pc:sldMk cId="3133713478" sldId="258"/>
            <ac:picMk id="4100" creationId="{72D6C9C5-67F0-94E1-41C3-14B89F10793D}"/>
          </ac:picMkLst>
        </pc:picChg>
      </pc:sldChg>
      <pc:sldChg chg="modSp mod ord">
        <pc:chgData name="Evelinny Souza" userId="dd5d8b5dd0d20d2d" providerId="LiveId" clId="{9F9C4FFB-BF3A-4FFC-A204-0A95B5AA2398}" dt="2024-04-21T16:48:56.121" v="805" actId="27636"/>
        <pc:sldMkLst>
          <pc:docMk/>
          <pc:sldMk cId="2586518911" sldId="259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586518911" sldId="259"/>
            <ac:spMk id="2" creationId="{085950A0-6591-76A8-7816-E6801AAB4904}"/>
          </ac:spMkLst>
        </pc:spChg>
        <pc:spChg chg="mod">
          <ac:chgData name="Evelinny Souza" userId="dd5d8b5dd0d20d2d" providerId="LiveId" clId="{9F9C4FFB-BF3A-4FFC-A204-0A95B5AA2398}" dt="2024-04-21T16:48:56.121" v="805" actId="27636"/>
          <ac:spMkLst>
            <pc:docMk/>
            <pc:sldMk cId="2586518911" sldId="259"/>
            <ac:spMk id="3" creationId="{DFB5D492-6C64-39D3-FC8C-78D3FAB107E6}"/>
          </ac:spMkLst>
        </pc:spChg>
      </pc:sldChg>
      <pc:sldChg chg="modSp mod">
        <pc:chgData name="Evelinny Souza" userId="dd5d8b5dd0d20d2d" providerId="LiveId" clId="{9F9C4FFB-BF3A-4FFC-A204-0A95B5AA2398}" dt="2024-04-21T16:48:55.996" v="803"/>
        <pc:sldMkLst>
          <pc:docMk/>
          <pc:sldMk cId="2965874596" sldId="260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965874596" sldId="260"/>
            <ac:spMk id="2" creationId="{882E2C6F-3048-B820-21C4-F31C643A9570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965874596" sldId="260"/>
            <ac:spMk id="3" creationId="{4CDBA3E5-FE82-BA29-7C35-B4114784E638}"/>
          </ac:spMkLst>
        </pc:spChg>
      </pc:sldChg>
      <pc:sldChg chg="addSp delSp modSp mod ord">
        <pc:chgData name="Evelinny Souza" userId="dd5d8b5dd0d20d2d" providerId="LiveId" clId="{9F9C4FFB-BF3A-4FFC-A204-0A95B5AA2398}" dt="2024-04-20T21:53:41.926" v="543"/>
        <pc:sldMkLst>
          <pc:docMk/>
          <pc:sldMk cId="1290119849" sldId="261"/>
        </pc:sldMkLst>
        <pc:spChg chg="del">
          <ac:chgData name="Evelinny Souza" userId="dd5d8b5dd0d20d2d" providerId="LiveId" clId="{9F9C4FFB-BF3A-4FFC-A204-0A95B5AA2398}" dt="2024-04-20T17:24:16.088" v="21" actId="478"/>
          <ac:spMkLst>
            <pc:docMk/>
            <pc:sldMk cId="1290119849" sldId="261"/>
            <ac:spMk id="2" creationId="{B738E3E5-42E5-40D2-BEA3-635157BC2227}"/>
          </ac:spMkLst>
        </pc:spChg>
        <pc:spChg chg="del">
          <ac:chgData name="Evelinny Souza" userId="dd5d8b5dd0d20d2d" providerId="LiveId" clId="{9F9C4FFB-BF3A-4FFC-A204-0A95B5AA2398}" dt="2024-04-20T17:23:31.735" v="18" actId="34307"/>
          <ac:spMkLst>
            <pc:docMk/>
            <pc:sldMk cId="1290119849" sldId="261"/>
            <ac:spMk id="3" creationId="{7645AA57-85FF-66D7-634A-761E3981E2C6}"/>
          </ac:spMkLst>
        </pc:spChg>
        <pc:spChg chg="add del mod">
          <ac:chgData name="Evelinny Souza" userId="dd5d8b5dd0d20d2d" providerId="LiveId" clId="{9F9C4FFB-BF3A-4FFC-A204-0A95B5AA2398}" dt="2024-04-20T17:24:22.139" v="22" actId="478"/>
          <ac:spMkLst>
            <pc:docMk/>
            <pc:sldMk cId="1290119849" sldId="261"/>
            <ac:spMk id="8" creationId="{2C34075A-08D3-AD90-CBF6-6E2D2D06AF85}"/>
          </ac:spMkLst>
        </pc:spChg>
        <pc:picChg chg="add del mod ord">
          <ac:chgData name="Evelinny Souza" userId="dd5d8b5dd0d20d2d" providerId="LiveId" clId="{9F9C4FFB-BF3A-4FFC-A204-0A95B5AA2398}" dt="2024-04-20T17:23:42.715" v="20" actId="478"/>
          <ac:picMkLst>
            <pc:docMk/>
            <pc:sldMk cId="1290119849" sldId="261"/>
            <ac:picMk id="4" creationId="{79C77AFC-BFBA-06F7-2DF3-CDC0678D9113}"/>
          </ac:picMkLst>
        </pc:picChg>
        <pc:picChg chg="add">
          <ac:chgData name="Evelinny Souza" userId="dd5d8b5dd0d20d2d" providerId="LiveId" clId="{9F9C4FFB-BF3A-4FFC-A204-0A95B5AA2398}" dt="2024-04-20T17:23:39.333" v="19" actId="22"/>
          <ac:picMkLst>
            <pc:docMk/>
            <pc:sldMk cId="1290119849" sldId="261"/>
            <ac:picMk id="6" creationId="{476BD109-668F-FAE1-DB7B-496C0B41FE1F}"/>
          </ac:picMkLst>
        </pc:picChg>
      </pc:sldChg>
      <pc:sldChg chg="modSp">
        <pc:chgData name="Evelinny Souza" userId="dd5d8b5dd0d20d2d" providerId="LiveId" clId="{9F9C4FFB-BF3A-4FFC-A204-0A95B5AA2398}" dt="2024-04-21T16:48:55.996" v="803"/>
        <pc:sldMkLst>
          <pc:docMk/>
          <pc:sldMk cId="4165637930" sldId="262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4165637930" sldId="262"/>
            <ac:spMk id="2" creationId="{FF689C82-DBE1-77F2-2039-0FA60BD8540D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4165637930" sldId="262"/>
            <ac:spMk id="3" creationId="{55F7F40B-EC66-5093-383C-D9C4F514577A}"/>
          </ac:spMkLst>
        </pc:spChg>
      </pc:sldChg>
      <pc:sldChg chg="addSp delSp modSp del mod">
        <pc:chgData name="Evelinny Souza" userId="dd5d8b5dd0d20d2d" providerId="LiveId" clId="{9F9C4FFB-BF3A-4FFC-A204-0A95B5AA2398}" dt="2024-04-20T21:48:53.998" v="523" actId="47"/>
        <pc:sldMkLst>
          <pc:docMk/>
          <pc:sldMk cId="1754470845" sldId="263"/>
        </pc:sldMkLst>
        <pc:spChg chg="mod">
          <ac:chgData name="Evelinny Souza" userId="dd5d8b5dd0d20d2d" providerId="LiveId" clId="{9F9C4FFB-BF3A-4FFC-A204-0A95B5AA2398}" dt="2024-04-20T16:58:05.210" v="13" actId="20577"/>
          <ac:spMkLst>
            <pc:docMk/>
            <pc:sldMk cId="1754470845" sldId="263"/>
            <ac:spMk id="2" creationId="{B55DB58A-F467-7B48-E278-F623D55AFF3A}"/>
          </ac:spMkLst>
        </pc:spChg>
        <pc:spChg chg="add mod">
          <ac:chgData name="Evelinny Souza" userId="dd5d8b5dd0d20d2d" providerId="LiveId" clId="{9F9C4FFB-BF3A-4FFC-A204-0A95B5AA2398}" dt="2024-04-20T21:37:32.668" v="399" actId="21"/>
          <ac:spMkLst>
            <pc:docMk/>
            <pc:sldMk cId="1754470845" sldId="263"/>
            <ac:spMk id="4" creationId="{954DF7C5-72F2-9837-2892-5C53D1A837CC}"/>
          </ac:spMkLst>
        </pc:spChg>
        <pc:picChg chg="del">
          <ac:chgData name="Evelinny Souza" userId="dd5d8b5dd0d20d2d" providerId="LiveId" clId="{9F9C4FFB-BF3A-4FFC-A204-0A95B5AA2398}" dt="2024-04-20T21:37:32.668" v="399" actId="21"/>
          <ac:picMkLst>
            <pc:docMk/>
            <pc:sldMk cId="1754470845" sldId="263"/>
            <ac:picMk id="5" creationId="{F41E9F0F-6D97-A8C3-8EDD-C95332C41B5F}"/>
          </ac:picMkLst>
        </pc:picChg>
      </pc:sldChg>
      <pc:sldChg chg="modSp">
        <pc:chgData name="Evelinny Souza" userId="dd5d8b5dd0d20d2d" providerId="LiveId" clId="{9F9C4FFB-BF3A-4FFC-A204-0A95B5AA2398}" dt="2024-04-21T16:48:55.996" v="803"/>
        <pc:sldMkLst>
          <pc:docMk/>
          <pc:sldMk cId="348001568" sldId="264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348001568" sldId="264"/>
            <ac:spMk id="2" creationId="{9D473D39-BFAD-3E0C-EA67-0278A625C849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348001568" sldId="264"/>
            <ac:spMk id="3" creationId="{BF31591F-BF71-B817-14F9-C018FF76B1BD}"/>
          </ac:spMkLst>
        </pc:spChg>
      </pc:sldChg>
      <pc:sldChg chg="addSp delSp modSp new mod">
        <pc:chgData name="Evelinny Souza" userId="dd5d8b5dd0d20d2d" providerId="LiveId" clId="{9F9C4FFB-BF3A-4FFC-A204-0A95B5AA2398}" dt="2024-04-21T16:48:55.996" v="803"/>
        <pc:sldMkLst>
          <pc:docMk/>
          <pc:sldMk cId="448388216" sldId="265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448388216" sldId="265"/>
            <ac:spMk id="2" creationId="{BE317D3B-8442-5C50-5795-8B611FCAEB28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448388216" sldId="265"/>
            <ac:spMk id="3" creationId="{4CC94CD3-286B-3D58-DDCA-23A68FF25E01}"/>
          </ac:spMkLst>
        </pc:spChg>
        <pc:picChg chg="add del">
          <ac:chgData name="Evelinny Souza" userId="dd5d8b5dd0d20d2d" providerId="LiveId" clId="{9F9C4FFB-BF3A-4FFC-A204-0A95B5AA2398}" dt="2024-04-20T21:29:10.147" v="334" actId="21"/>
          <ac:picMkLst>
            <pc:docMk/>
            <pc:sldMk cId="448388216" sldId="265"/>
            <ac:picMk id="5" creationId="{9AC01ED8-F2E7-B7B9-27FD-4E2640A70F41}"/>
          </ac:picMkLst>
        </pc:picChg>
        <pc:picChg chg="add del mod">
          <ac:chgData name="Evelinny Souza" userId="dd5d8b5dd0d20d2d" providerId="LiveId" clId="{9F9C4FFB-BF3A-4FFC-A204-0A95B5AA2398}" dt="2024-04-20T22:22:02.033" v="567" actId="21"/>
          <ac:picMkLst>
            <pc:docMk/>
            <pc:sldMk cId="448388216" sldId="265"/>
            <ac:picMk id="4098" creationId="{5598F187-8160-BE41-E44D-960D16A7AC2A}"/>
          </ac:picMkLst>
        </pc:picChg>
      </pc:sldChg>
      <pc:sldChg chg="addSp modSp new mod ord">
        <pc:chgData name="Evelinny Souza" userId="dd5d8b5dd0d20d2d" providerId="LiveId" clId="{9F9C4FFB-BF3A-4FFC-A204-0A95B5AA2398}" dt="2024-04-21T16:48:55.996" v="803"/>
        <pc:sldMkLst>
          <pc:docMk/>
          <pc:sldMk cId="2962462014" sldId="266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962462014" sldId="266"/>
            <ac:spMk id="2" creationId="{E9B86647-3382-6A55-C60B-7ED0576688CD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962462014" sldId="266"/>
            <ac:spMk id="3" creationId="{3847F4B0-294D-AD35-C51E-D0236BE744B6}"/>
          </ac:spMkLst>
        </pc:spChg>
        <pc:picChg chg="add mod">
          <ac:chgData name="Evelinny Souza" userId="dd5d8b5dd0d20d2d" providerId="LiveId" clId="{9F9C4FFB-BF3A-4FFC-A204-0A95B5AA2398}" dt="2024-04-20T17:40:27.046" v="169" actId="14100"/>
          <ac:picMkLst>
            <pc:docMk/>
            <pc:sldMk cId="2962462014" sldId="266"/>
            <ac:picMk id="1026" creationId="{F37B321D-09A2-783B-11EC-CFD6AC09AF41}"/>
          </ac:picMkLst>
        </pc:picChg>
      </pc:sldChg>
      <pc:sldChg chg="addSp delSp modSp new del mod">
        <pc:chgData name="Evelinny Souza" userId="dd5d8b5dd0d20d2d" providerId="LiveId" clId="{9F9C4FFB-BF3A-4FFC-A204-0A95B5AA2398}" dt="2024-04-21T03:11:29.968" v="754" actId="47"/>
        <pc:sldMkLst>
          <pc:docMk/>
          <pc:sldMk cId="3236314286" sldId="267"/>
        </pc:sldMkLst>
        <pc:spChg chg="mod">
          <ac:chgData name="Evelinny Souza" userId="dd5d8b5dd0d20d2d" providerId="LiveId" clId="{9F9C4FFB-BF3A-4FFC-A204-0A95B5AA2398}" dt="2024-04-20T17:41:44.180" v="224" actId="20577"/>
          <ac:spMkLst>
            <pc:docMk/>
            <pc:sldMk cId="3236314286" sldId="267"/>
            <ac:spMk id="2" creationId="{2B82AF24-3AA5-06D5-3A8C-A41D17E017D8}"/>
          </ac:spMkLst>
        </pc:spChg>
        <pc:spChg chg="del mod">
          <ac:chgData name="Evelinny Souza" userId="dd5d8b5dd0d20d2d" providerId="LiveId" clId="{9F9C4FFB-BF3A-4FFC-A204-0A95B5AA2398}" dt="2024-04-20T17:31:40.514" v="159"/>
          <ac:spMkLst>
            <pc:docMk/>
            <pc:sldMk cId="3236314286" sldId="267"/>
            <ac:spMk id="3" creationId="{151C18E5-B9F6-3360-D086-8A1E0D0E6D06}"/>
          </ac:spMkLst>
        </pc:spChg>
        <pc:spChg chg="add mod">
          <ac:chgData name="Evelinny Souza" userId="dd5d8b5dd0d20d2d" providerId="LiveId" clId="{9F9C4FFB-BF3A-4FFC-A204-0A95B5AA2398}" dt="2024-04-21T03:09:59.010" v="719" actId="27636"/>
          <ac:spMkLst>
            <pc:docMk/>
            <pc:sldMk cId="3236314286" sldId="267"/>
            <ac:spMk id="4" creationId="{8A4D5266-EA36-5FDB-D0FB-AE9A72A315B6}"/>
          </ac:spMkLst>
        </pc:spChg>
        <pc:picChg chg="add del mod">
          <ac:chgData name="Evelinny Souza" userId="dd5d8b5dd0d20d2d" providerId="LiveId" clId="{9F9C4FFB-BF3A-4FFC-A204-0A95B5AA2398}" dt="2024-04-20T17:40:02.917" v="161" actId="21"/>
          <ac:picMkLst>
            <pc:docMk/>
            <pc:sldMk cId="3236314286" sldId="267"/>
            <ac:picMk id="1026" creationId="{F37B321D-09A2-783B-11EC-CFD6AC09AF41}"/>
          </ac:picMkLst>
        </pc:picChg>
      </pc:sldChg>
      <pc:sldChg chg="addSp delSp modSp new mod">
        <pc:chgData name="Evelinny Souza" userId="dd5d8b5dd0d20d2d" providerId="LiveId" clId="{9F9C4FFB-BF3A-4FFC-A204-0A95B5AA2398}" dt="2024-04-21T16:48:55.996" v="803"/>
        <pc:sldMkLst>
          <pc:docMk/>
          <pc:sldMk cId="199460944" sldId="268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199460944" sldId="268"/>
            <ac:spMk id="2" creationId="{6E09E8E7-BB32-27F7-697B-97FE1BD2AF54}"/>
          </ac:spMkLst>
        </pc:spChg>
        <pc:spChg chg="del mod">
          <ac:chgData name="Evelinny Souza" userId="dd5d8b5dd0d20d2d" providerId="LiveId" clId="{9F9C4FFB-BF3A-4FFC-A204-0A95B5AA2398}" dt="2024-04-20T17:49:41.418" v="243"/>
          <ac:spMkLst>
            <pc:docMk/>
            <pc:sldMk cId="199460944" sldId="268"/>
            <ac:spMk id="3" creationId="{E86C182A-CAAB-029E-1C1E-A06387A29E99}"/>
          </ac:spMkLst>
        </pc:spChg>
        <pc:spChg chg="add">
          <ac:chgData name="Evelinny Souza" userId="dd5d8b5dd0d20d2d" providerId="LiveId" clId="{9F9C4FFB-BF3A-4FFC-A204-0A95B5AA2398}" dt="2024-04-20T17:53:19.860" v="251"/>
          <ac:spMkLst>
            <pc:docMk/>
            <pc:sldMk cId="199460944" sldId="268"/>
            <ac:spMk id="4" creationId="{7E7DAEF5-6E72-64FA-6C05-E57663D3D5B4}"/>
          </ac:spMkLst>
        </pc:spChg>
        <pc:spChg chg="add del mod">
          <ac:chgData name="Evelinny Souza" userId="dd5d8b5dd0d20d2d" providerId="LiveId" clId="{9F9C4FFB-BF3A-4FFC-A204-0A95B5AA2398}" dt="2024-04-20T17:53:32.453" v="256" actId="478"/>
          <ac:spMkLst>
            <pc:docMk/>
            <pc:sldMk cId="199460944" sldId="268"/>
            <ac:spMk id="5" creationId="{3593EA02-AC3A-04D8-D389-D88E3283F38A}"/>
          </ac:spMkLst>
        </pc:spChg>
        <pc:spChg chg="add del mod">
          <ac:chgData name="Evelinny Souza" userId="dd5d8b5dd0d20d2d" providerId="LiveId" clId="{9F9C4FFB-BF3A-4FFC-A204-0A95B5AA2398}" dt="2024-04-20T17:53:45.789" v="258" actId="478"/>
          <ac:spMkLst>
            <pc:docMk/>
            <pc:sldMk cId="199460944" sldId="268"/>
            <ac:spMk id="6" creationId="{383A7876-24EB-96CE-BCFD-27E5B1B0A699}"/>
          </ac:spMkLst>
        </pc:spChg>
        <pc:spChg chg="add mod">
          <ac:chgData name="Evelinny Souza" userId="dd5d8b5dd0d20d2d" providerId="LiveId" clId="{9F9C4FFB-BF3A-4FFC-A204-0A95B5AA2398}" dt="2024-04-20T17:57:12.940" v="291"/>
          <ac:spMkLst>
            <pc:docMk/>
            <pc:sldMk cId="199460944" sldId="268"/>
            <ac:spMk id="7" creationId="{97A36912-163D-7BDB-6737-C260B6D46558}"/>
          </ac:spMkLst>
        </pc:spChg>
        <pc:spChg chg="add del mod">
          <ac:chgData name="Evelinny Souza" userId="dd5d8b5dd0d20d2d" providerId="LiveId" clId="{9F9C4FFB-BF3A-4FFC-A204-0A95B5AA2398}" dt="2024-04-20T18:03:25.393" v="325" actId="478"/>
          <ac:spMkLst>
            <pc:docMk/>
            <pc:sldMk cId="199460944" sldId="268"/>
            <ac:spMk id="9" creationId="{A1136C94-10AE-2480-603D-B2F5279CE3A2}"/>
          </ac:spMkLst>
        </pc:spChg>
        <pc:picChg chg="add del mod">
          <ac:chgData name="Evelinny Souza" userId="dd5d8b5dd0d20d2d" providerId="LiveId" clId="{9F9C4FFB-BF3A-4FFC-A204-0A95B5AA2398}" dt="2024-04-20T21:36:45.793" v="396" actId="21"/>
          <ac:picMkLst>
            <pc:docMk/>
            <pc:sldMk cId="199460944" sldId="268"/>
            <ac:picMk id="5" creationId="{26A80300-CBA8-DEBF-9903-8B03FCE24598}"/>
          </ac:picMkLst>
        </pc:picChg>
        <pc:picChg chg="add mod">
          <ac:chgData name="Evelinny Souza" userId="dd5d8b5dd0d20d2d" providerId="LiveId" clId="{9F9C4FFB-BF3A-4FFC-A204-0A95B5AA2398}" dt="2024-04-20T17:57:11.953" v="290" actId="1076"/>
          <ac:picMkLst>
            <pc:docMk/>
            <pc:sldMk cId="199460944" sldId="268"/>
            <ac:picMk id="8" creationId="{D345C993-1AC7-6C37-8DFB-B24336B6792C}"/>
          </ac:picMkLst>
        </pc:picChg>
        <pc:picChg chg="add del mod">
          <ac:chgData name="Evelinny Souza" userId="dd5d8b5dd0d20d2d" providerId="LiveId" clId="{9F9C4FFB-BF3A-4FFC-A204-0A95B5AA2398}" dt="2024-04-20T18:02:42.850" v="318" actId="21"/>
          <ac:picMkLst>
            <pc:docMk/>
            <pc:sldMk cId="199460944" sldId="268"/>
            <ac:picMk id="2050" creationId="{FCDF9C11-8873-8CFF-7864-E1A4A7486AFF}"/>
          </ac:picMkLst>
        </pc:picChg>
        <pc:picChg chg="add del mod">
          <ac:chgData name="Evelinny Souza" userId="dd5d8b5dd0d20d2d" providerId="LiveId" clId="{9F9C4FFB-BF3A-4FFC-A204-0A95B5AA2398}" dt="2024-04-20T18:01:37.787" v="297" actId="478"/>
          <ac:picMkLst>
            <pc:docMk/>
            <pc:sldMk cId="199460944" sldId="268"/>
            <ac:picMk id="2052" creationId="{1AEB8A22-7043-5E92-ADE1-1518444FAE25}"/>
          </ac:picMkLst>
        </pc:picChg>
        <pc:picChg chg="add del mod">
          <ac:chgData name="Evelinny Souza" userId="dd5d8b5dd0d20d2d" providerId="LiveId" clId="{9F9C4FFB-BF3A-4FFC-A204-0A95B5AA2398}" dt="2024-04-20T18:03:27.599" v="326" actId="21"/>
          <ac:picMkLst>
            <pc:docMk/>
            <pc:sldMk cId="199460944" sldId="268"/>
            <ac:picMk id="2060" creationId="{B10EBD8E-A888-E366-B094-5B68A11E3971}"/>
          </ac:picMkLst>
        </pc:picChg>
        <pc:picChg chg="add mod">
          <ac:chgData name="Evelinny Souza" userId="dd5d8b5dd0d20d2d" providerId="LiveId" clId="{9F9C4FFB-BF3A-4FFC-A204-0A95B5AA2398}" dt="2024-04-20T22:22:07.016" v="568"/>
          <ac:picMkLst>
            <pc:docMk/>
            <pc:sldMk cId="199460944" sldId="268"/>
            <ac:picMk id="4098" creationId="{5598F187-8160-BE41-E44D-960D16A7AC2A}"/>
          </ac:picMkLst>
        </pc:picChg>
        <pc:picChg chg="add del mod">
          <ac:chgData name="Evelinny Souza" userId="dd5d8b5dd0d20d2d" providerId="LiveId" clId="{9F9C4FFB-BF3A-4FFC-A204-0A95B5AA2398}" dt="2024-04-20T18:02:59.246" v="321" actId="21"/>
          <ac:picMkLst>
            <pc:docMk/>
            <pc:sldMk cId="199460944" sldId="268"/>
            <ac:picMk id="4100" creationId="{72D6C9C5-67F0-94E1-41C3-14B89F10793D}"/>
          </ac:picMkLst>
        </pc:picChg>
      </pc:sldChg>
      <pc:sldChg chg="addSp delSp modSp new mod">
        <pc:chgData name="Evelinny Souza" userId="dd5d8b5dd0d20d2d" providerId="LiveId" clId="{9F9C4FFB-BF3A-4FFC-A204-0A95B5AA2398}" dt="2024-04-21T16:48:55.996" v="803"/>
        <pc:sldMkLst>
          <pc:docMk/>
          <pc:sldMk cId="2605471362" sldId="269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605471362" sldId="269"/>
            <ac:spMk id="2" creationId="{F58B5C28-DB03-8D83-EAF5-C7B047EEB4DF}"/>
          </ac:spMkLst>
        </pc:spChg>
        <pc:spChg chg="del mod">
          <ac:chgData name="Evelinny Souza" userId="dd5d8b5dd0d20d2d" providerId="LiveId" clId="{9F9C4FFB-BF3A-4FFC-A204-0A95B5AA2398}" dt="2024-04-20T21:29:13.864" v="336"/>
          <ac:spMkLst>
            <pc:docMk/>
            <pc:sldMk cId="2605471362" sldId="269"/>
            <ac:spMk id="3" creationId="{50B4E13E-A5F8-ECFB-187B-354293DA4382}"/>
          </ac:spMkLst>
        </pc:spChg>
        <pc:picChg chg="add mod">
          <ac:chgData name="Evelinny Souza" userId="dd5d8b5dd0d20d2d" providerId="LiveId" clId="{9F9C4FFB-BF3A-4FFC-A204-0A95B5AA2398}" dt="2024-04-21T16:48:55.996" v="803"/>
          <ac:picMkLst>
            <pc:docMk/>
            <pc:sldMk cId="2605471362" sldId="269"/>
            <ac:picMk id="5" creationId="{9AC01ED8-F2E7-B7B9-27FD-4E2640A70F41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5.996" v="803"/>
        <pc:sldMkLst>
          <pc:docMk/>
          <pc:sldMk cId="3593632650" sldId="270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3593632650" sldId="270"/>
            <ac:spMk id="2" creationId="{3D7AE722-8B1E-C879-2D89-0A4EE97CD3BF}"/>
          </ac:spMkLst>
        </pc:spChg>
        <pc:spChg chg="del mod">
          <ac:chgData name="Evelinny Souza" userId="dd5d8b5dd0d20d2d" providerId="LiveId" clId="{9F9C4FFB-BF3A-4FFC-A204-0A95B5AA2398}" dt="2024-04-20T21:32:21.560" v="368"/>
          <ac:spMkLst>
            <pc:docMk/>
            <pc:sldMk cId="3593632650" sldId="270"/>
            <ac:spMk id="3" creationId="{61FE4C01-C02B-E958-D7E8-E7235555AFAC}"/>
          </ac:spMkLst>
        </pc:spChg>
        <pc:spChg chg="add mod">
          <ac:chgData name="Evelinny Souza" userId="dd5d8b5dd0d20d2d" providerId="LiveId" clId="{9F9C4FFB-BF3A-4FFC-A204-0A95B5AA2398}" dt="2024-04-21T03:12:32.481" v="765" actId="1076"/>
          <ac:spMkLst>
            <pc:docMk/>
            <pc:sldMk cId="3593632650" sldId="270"/>
            <ac:spMk id="4" creationId="{235DD6F5-A859-3B6D-300C-10EEE97C5E93}"/>
          </ac:spMkLst>
        </pc:spChg>
        <pc:spChg chg="add mod">
          <ac:chgData name="Evelinny Souza" userId="dd5d8b5dd0d20d2d" providerId="LiveId" clId="{9F9C4FFB-BF3A-4FFC-A204-0A95B5AA2398}" dt="2024-04-21T03:12:21.484" v="762" actId="1076"/>
          <ac:spMkLst>
            <pc:docMk/>
            <pc:sldMk cId="3593632650" sldId="270"/>
            <ac:spMk id="6" creationId="{2B0A62C0-EFF3-8878-36ED-55E443A63D42}"/>
          </ac:spMkLst>
        </pc:spChg>
        <pc:picChg chg="add mod">
          <ac:chgData name="Evelinny Souza" userId="dd5d8b5dd0d20d2d" providerId="LiveId" clId="{9F9C4FFB-BF3A-4FFC-A204-0A95B5AA2398}" dt="2024-04-21T03:12:26.211" v="764" actId="1076"/>
          <ac:picMkLst>
            <pc:docMk/>
            <pc:sldMk cId="3593632650" sldId="270"/>
            <ac:picMk id="1026" creationId="{998A679D-F2A7-7286-4553-494F9FD97BBE}"/>
          </ac:picMkLst>
        </pc:picChg>
      </pc:sldChg>
      <pc:sldChg chg="addSp delSp modSp new mod">
        <pc:chgData name="Evelinny Souza" userId="dd5d8b5dd0d20d2d" providerId="LiveId" clId="{9F9C4FFB-BF3A-4FFC-A204-0A95B5AA2398}" dt="2024-04-21T16:48:55.996" v="803"/>
        <pc:sldMkLst>
          <pc:docMk/>
          <pc:sldMk cId="657769478" sldId="271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657769478" sldId="271"/>
            <ac:spMk id="2" creationId="{F905F62B-33EC-CA77-F0A2-A008801DC61D}"/>
          </ac:spMkLst>
        </pc:spChg>
        <pc:spChg chg="del">
          <ac:chgData name="Evelinny Souza" userId="dd5d8b5dd0d20d2d" providerId="LiveId" clId="{9F9C4FFB-BF3A-4FFC-A204-0A95B5AA2398}" dt="2024-04-20T21:37:12.051" v="398" actId="478"/>
          <ac:spMkLst>
            <pc:docMk/>
            <pc:sldMk cId="657769478" sldId="271"/>
            <ac:spMk id="3" creationId="{3DAEC031-06C6-A4F1-FB90-71F514E04857}"/>
          </ac:spMkLst>
        </pc:spChg>
        <pc:picChg chg="add mod">
          <ac:chgData name="Evelinny Souza" userId="dd5d8b5dd0d20d2d" providerId="LiveId" clId="{9F9C4FFB-BF3A-4FFC-A204-0A95B5AA2398}" dt="2024-04-20T21:36:58.762" v="397"/>
          <ac:picMkLst>
            <pc:docMk/>
            <pc:sldMk cId="657769478" sldId="271"/>
            <ac:picMk id="5" creationId="{26A80300-CBA8-DEBF-9903-8B03FCE24598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6.137" v="806" actId="27636"/>
        <pc:sldMkLst>
          <pc:docMk/>
          <pc:sldMk cId="3699428215" sldId="272"/>
        </pc:sldMkLst>
        <pc:spChg chg="mod">
          <ac:chgData name="Evelinny Souza" userId="dd5d8b5dd0d20d2d" providerId="LiveId" clId="{9F9C4FFB-BF3A-4FFC-A204-0A95B5AA2398}" dt="2024-04-21T16:48:56.137" v="806" actId="27636"/>
          <ac:spMkLst>
            <pc:docMk/>
            <pc:sldMk cId="3699428215" sldId="272"/>
            <ac:spMk id="2" creationId="{660F5016-FB27-26B0-3AA1-2162E7D2D07A}"/>
          </ac:spMkLst>
        </pc:spChg>
        <pc:spChg chg="del mod">
          <ac:chgData name="Evelinny Souza" userId="dd5d8b5dd0d20d2d" providerId="LiveId" clId="{9F9C4FFB-BF3A-4FFC-A204-0A95B5AA2398}" dt="2024-04-20T21:38:21.789" v="406"/>
          <ac:spMkLst>
            <pc:docMk/>
            <pc:sldMk cId="3699428215" sldId="272"/>
            <ac:spMk id="3" creationId="{8980F7E5-B89C-868E-70E8-22AA53FB8480}"/>
          </ac:spMkLst>
        </pc:spChg>
        <pc:spChg chg="add del mod">
          <ac:chgData name="Evelinny Souza" userId="dd5d8b5dd0d20d2d" providerId="LiveId" clId="{9F9C4FFB-BF3A-4FFC-A204-0A95B5AA2398}" dt="2024-04-20T21:53:30.021" v="538" actId="478"/>
          <ac:spMkLst>
            <pc:docMk/>
            <pc:sldMk cId="3699428215" sldId="272"/>
            <ac:spMk id="6" creationId="{78602821-F221-0048-3261-D98605E8A1F7}"/>
          </ac:spMkLst>
        </pc:spChg>
        <pc:picChg chg="add del mod">
          <ac:chgData name="Evelinny Souza" userId="dd5d8b5dd0d20d2d" providerId="LiveId" clId="{9F9C4FFB-BF3A-4FFC-A204-0A95B5AA2398}" dt="2024-04-20T21:51:34.599" v="528" actId="21"/>
          <ac:picMkLst>
            <pc:docMk/>
            <pc:sldMk cId="3699428215" sldId="272"/>
            <ac:picMk id="5" creationId="{F41E9F0F-6D97-A8C3-8EDD-C95332C41B5F}"/>
          </ac:picMkLst>
        </pc:picChg>
        <pc:picChg chg="add mod">
          <ac:chgData name="Evelinny Souza" userId="dd5d8b5dd0d20d2d" providerId="LiveId" clId="{9F9C4FFB-BF3A-4FFC-A204-0A95B5AA2398}" dt="2024-04-20T21:53:37.590" v="541" actId="1076"/>
          <ac:picMkLst>
            <pc:docMk/>
            <pc:sldMk cId="3699428215" sldId="272"/>
            <ac:picMk id="1026" creationId="{FE49F0F9-C1CA-8C1F-34F8-4D75079F40E1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5.996" v="803"/>
        <pc:sldMkLst>
          <pc:docMk/>
          <pc:sldMk cId="2283759418" sldId="273"/>
        </pc:sldMkLst>
        <pc:spChg chg="del">
          <ac:chgData name="Evelinny Souza" userId="dd5d8b5dd0d20d2d" providerId="LiveId" clId="{9F9C4FFB-BF3A-4FFC-A204-0A95B5AA2398}" dt="2024-04-20T22:01:56.647" v="549"/>
          <ac:spMkLst>
            <pc:docMk/>
            <pc:sldMk cId="2283759418" sldId="273"/>
            <ac:spMk id="2" creationId="{688F0AB4-6D6C-3779-AA16-35C45ECDE949}"/>
          </ac:spMkLst>
        </pc:spChg>
        <pc:spChg chg="del mod">
          <ac:chgData name="Evelinny Souza" userId="dd5d8b5dd0d20d2d" providerId="LiveId" clId="{9F9C4FFB-BF3A-4FFC-A204-0A95B5AA2398}" dt="2024-04-20T22:01:27.590" v="546"/>
          <ac:spMkLst>
            <pc:docMk/>
            <pc:sldMk cId="2283759418" sldId="273"/>
            <ac:spMk id="3" creationId="{08746894-D750-4477-05A2-9AD296475D22}"/>
          </ac:spMkLst>
        </pc:spChg>
        <pc:spChg chg="add del mod">
          <ac:chgData name="Evelinny Souza" userId="dd5d8b5dd0d20d2d" providerId="LiveId" clId="{9F9C4FFB-BF3A-4FFC-A204-0A95B5AA2398}" dt="2024-04-20T22:01:53.783" v="548"/>
          <ac:spMkLst>
            <pc:docMk/>
            <pc:sldMk cId="2283759418" sldId="273"/>
            <ac:spMk id="4" creationId="{56EC72B3-4106-5511-BD2E-EC4C5F1467AD}"/>
          </ac:spMkLst>
        </pc:spChg>
        <pc:spChg chg="add del mod">
          <ac:chgData name="Evelinny Souza" userId="dd5d8b5dd0d20d2d" providerId="LiveId" clId="{9F9C4FFB-BF3A-4FFC-A204-0A95B5AA2398}" dt="2024-04-20T22:02:47.467" v="550"/>
          <ac:spMkLst>
            <pc:docMk/>
            <pc:sldMk cId="2283759418" sldId="273"/>
            <ac:spMk id="5" creationId="{35F96D1B-DF2D-1010-4108-273324CF50FB}"/>
          </ac:spMkLst>
        </pc:spChg>
        <pc:spChg chg="add mod">
          <ac:chgData name="Evelinny Souza" userId="dd5d8b5dd0d20d2d" providerId="LiveId" clId="{9F9C4FFB-BF3A-4FFC-A204-0A95B5AA2398}" dt="2024-04-21T16:48:55.996" v="803"/>
          <ac:spMkLst>
            <pc:docMk/>
            <pc:sldMk cId="2283759418" sldId="273"/>
            <ac:spMk id="6" creationId="{4088FCE8-CA56-7F79-4A27-F87BFB3432A1}"/>
          </ac:spMkLst>
        </pc:spChg>
        <pc:picChg chg="add mod">
          <ac:chgData name="Evelinny Souza" userId="dd5d8b5dd0d20d2d" providerId="LiveId" clId="{9F9C4FFB-BF3A-4FFC-A204-0A95B5AA2398}" dt="2024-04-21T16:48:55.996" v="803"/>
          <ac:picMkLst>
            <pc:docMk/>
            <pc:sldMk cId="2283759418" sldId="273"/>
            <ac:picMk id="8" creationId="{87016D20-62BA-F5EA-31AA-83BA85C5598A}"/>
          </ac:picMkLst>
        </pc:picChg>
        <pc:picChg chg="add del mod">
          <ac:chgData name="Evelinny Souza" userId="dd5d8b5dd0d20d2d" providerId="LiveId" clId="{9F9C4FFB-BF3A-4FFC-A204-0A95B5AA2398}" dt="2024-04-20T22:06:29.376" v="557" actId="21"/>
          <ac:picMkLst>
            <pc:docMk/>
            <pc:sldMk cId="2283759418" sldId="273"/>
            <ac:picMk id="3080" creationId="{D8F29AD9-AD94-EDF5-214D-56E59922889C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5.996" v="803"/>
        <pc:sldMkLst>
          <pc:docMk/>
          <pc:sldMk cId="4111383003" sldId="274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4111383003" sldId="274"/>
            <ac:spMk id="2" creationId="{6076EA05-7674-FAF4-1F71-4FD7C47B456A}"/>
          </ac:spMkLst>
        </pc:spChg>
        <pc:spChg chg="del mod">
          <ac:chgData name="Evelinny Souza" userId="dd5d8b5dd0d20d2d" providerId="LiveId" clId="{9F9C4FFB-BF3A-4FFC-A204-0A95B5AA2398}" dt="2024-04-20T22:06:33.084" v="559"/>
          <ac:spMkLst>
            <pc:docMk/>
            <pc:sldMk cId="4111383003" sldId="274"/>
            <ac:spMk id="3" creationId="{453F2CFB-E623-AAD2-6776-2DFA11FD4628}"/>
          </ac:spMkLst>
        </pc:spChg>
        <pc:spChg chg="add del mod">
          <ac:chgData name="Evelinny Souza" userId="dd5d8b5dd0d20d2d" providerId="LiveId" clId="{9F9C4FFB-BF3A-4FFC-A204-0A95B5AA2398}" dt="2024-04-20T22:36:06.245" v="656"/>
          <ac:spMkLst>
            <pc:docMk/>
            <pc:sldMk cId="4111383003" sldId="274"/>
            <ac:spMk id="4" creationId="{8EB6466E-4E5A-0EB0-4388-05CF0353E53A}"/>
          </ac:spMkLst>
        </pc:spChg>
        <pc:spChg chg="add del mod">
          <ac:chgData name="Evelinny Souza" userId="dd5d8b5dd0d20d2d" providerId="LiveId" clId="{9F9C4FFB-BF3A-4FFC-A204-0A95B5AA2398}" dt="2024-04-20T22:37:38.503" v="663" actId="478"/>
          <ac:spMkLst>
            <pc:docMk/>
            <pc:sldMk cId="4111383003" sldId="274"/>
            <ac:spMk id="5" creationId="{565B2D11-3F12-7B06-C32E-229F46610409}"/>
          </ac:spMkLst>
        </pc:spChg>
        <pc:picChg chg="add del mod">
          <ac:chgData name="Evelinny Souza" userId="dd5d8b5dd0d20d2d" providerId="LiveId" clId="{9F9C4FFB-BF3A-4FFC-A204-0A95B5AA2398}" dt="2024-04-20T22:25:29.223" v="573" actId="478"/>
          <ac:picMkLst>
            <pc:docMk/>
            <pc:sldMk cId="4111383003" sldId="274"/>
            <ac:picMk id="3080" creationId="{D8F29AD9-AD94-EDF5-214D-56E59922889C}"/>
          </ac:picMkLst>
        </pc:picChg>
        <pc:picChg chg="add del mod">
          <ac:chgData name="Evelinny Souza" userId="dd5d8b5dd0d20d2d" providerId="LiveId" clId="{9F9C4FFB-BF3A-4FFC-A204-0A95B5AA2398}" dt="2024-04-20T22:37:11.745" v="659" actId="21"/>
          <ac:picMkLst>
            <pc:docMk/>
            <pc:sldMk cId="4111383003" sldId="274"/>
            <ac:picMk id="5122" creationId="{F585A421-D566-9617-E1E4-39328F3C28E7}"/>
          </ac:picMkLst>
        </pc:picChg>
        <pc:picChg chg="add mod">
          <ac:chgData name="Evelinny Souza" userId="dd5d8b5dd0d20d2d" providerId="LiveId" clId="{9F9C4FFB-BF3A-4FFC-A204-0A95B5AA2398}" dt="2024-04-20T22:37:09.599" v="658" actId="14100"/>
          <ac:picMkLst>
            <pc:docMk/>
            <pc:sldMk cId="4111383003" sldId="274"/>
            <ac:picMk id="5124" creationId="{3C972C71-09BC-7CF0-C667-9005E251BCA3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5.996" v="803"/>
        <pc:sldMkLst>
          <pc:docMk/>
          <pc:sldMk cId="3886277805" sldId="275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3886277805" sldId="275"/>
            <ac:spMk id="2" creationId="{CD5CB25B-3669-798D-B901-3D02E2DBB366}"/>
          </ac:spMkLst>
        </pc:spChg>
        <pc:spChg chg="del mod">
          <ac:chgData name="Evelinny Souza" userId="dd5d8b5dd0d20d2d" providerId="LiveId" clId="{9F9C4FFB-BF3A-4FFC-A204-0A95B5AA2398}" dt="2024-04-20T22:37:19.907" v="662"/>
          <ac:spMkLst>
            <pc:docMk/>
            <pc:sldMk cId="3886277805" sldId="275"/>
            <ac:spMk id="3" creationId="{BC796EE3-22D7-4480-1EC9-13F8708F1A43}"/>
          </ac:spMkLst>
        </pc:spChg>
        <pc:picChg chg="add mod">
          <ac:chgData name="Evelinny Souza" userId="dd5d8b5dd0d20d2d" providerId="LiveId" clId="{9F9C4FFB-BF3A-4FFC-A204-0A95B5AA2398}" dt="2024-04-21T16:48:55.996" v="803"/>
          <ac:picMkLst>
            <pc:docMk/>
            <pc:sldMk cId="3886277805" sldId="275"/>
            <ac:picMk id="5122" creationId="{F585A421-D566-9617-E1E4-39328F3C28E7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5.996" v="803"/>
        <pc:sldMkLst>
          <pc:docMk/>
          <pc:sldMk cId="3650863722" sldId="276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3650863722" sldId="276"/>
            <ac:spMk id="2" creationId="{BA43EBDC-0BA9-9719-4B18-7745A3EC0867}"/>
          </ac:spMkLst>
        </pc:spChg>
        <pc:spChg chg="del mod">
          <ac:chgData name="Evelinny Souza" userId="dd5d8b5dd0d20d2d" providerId="LiveId" clId="{9F9C4FFB-BF3A-4FFC-A204-0A95B5AA2398}" dt="2024-04-20T22:40:59.079" v="670"/>
          <ac:spMkLst>
            <pc:docMk/>
            <pc:sldMk cId="3650863722" sldId="276"/>
            <ac:spMk id="3" creationId="{51DEF466-6C8A-EA51-C4A0-5F360E2E706B}"/>
          </ac:spMkLst>
        </pc:spChg>
        <pc:picChg chg="add mod">
          <ac:chgData name="Evelinny Souza" userId="dd5d8b5dd0d20d2d" providerId="LiveId" clId="{9F9C4FFB-BF3A-4FFC-A204-0A95B5AA2398}" dt="2024-04-21T16:48:55.996" v="803"/>
          <ac:picMkLst>
            <pc:docMk/>
            <pc:sldMk cId="3650863722" sldId="276"/>
            <ac:picMk id="8194" creationId="{AE880330-13D3-BF87-7287-844D4A11EF59}"/>
          </ac:picMkLst>
        </pc:picChg>
      </pc:sldChg>
    </pc:docChg>
  </pc:docChgLst>
  <pc:docChgLst>
    <pc:chgData name="Paullo Estevam" userId="6a7db5c51fb4b330" providerId="LiveId" clId="{45ACBC25-D423-4DCA-94EA-257A6655DDEA}"/>
    <pc:docChg chg="undo redo custSel addSld delSld modSld sldOrd">
      <pc:chgData name="Paullo Estevam" userId="6a7db5c51fb4b330" providerId="LiveId" clId="{45ACBC25-D423-4DCA-94EA-257A6655DDEA}" dt="2024-11-28T14:58:29.874" v="1412"/>
      <pc:docMkLst>
        <pc:docMk/>
      </pc:docMkLst>
      <pc:sldChg chg="addSp delSp modSp mod delDesignElem">
        <pc:chgData name="Paullo Estevam" userId="6a7db5c51fb4b330" providerId="LiveId" clId="{45ACBC25-D423-4DCA-94EA-257A6655DDEA}" dt="2024-11-14T14:48:26.988" v="708" actId="1076"/>
        <pc:sldMkLst>
          <pc:docMk/>
          <pc:sldMk cId="938926697" sldId="256"/>
        </pc:sldMkLst>
        <pc:spChg chg="mod">
          <ac:chgData name="Paullo Estevam" userId="6a7db5c51fb4b330" providerId="LiveId" clId="{45ACBC25-D423-4DCA-94EA-257A6655DDEA}" dt="2024-11-14T14:48:26.988" v="708" actId="1076"/>
          <ac:spMkLst>
            <pc:docMk/>
            <pc:sldMk cId="938926697" sldId="256"/>
            <ac:spMk id="2" creationId="{BAE6D0B2-AB71-5AB8-54DA-503C8BECC73E}"/>
          </ac:spMkLst>
        </pc:spChg>
        <pc:spChg chg="del mod">
          <ac:chgData name="Paullo Estevam" userId="6a7db5c51fb4b330" providerId="LiveId" clId="{45ACBC25-D423-4DCA-94EA-257A6655DDEA}" dt="2024-11-14T14:47:20.032" v="697" actId="478"/>
          <ac:spMkLst>
            <pc:docMk/>
            <pc:sldMk cId="938926697" sldId="256"/>
            <ac:spMk id="3" creationId="{6E20F618-ADEE-F9B9-FEC7-D382C579D8AD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938926697" sldId="256"/>
            <ac:spMk id="5" creationId="{441873BE-7D4C-4604-E7E3-95B43C1BAD0B}"/>
          </ac:spMkLst>
        </pc:spChg>
        <pc:spChg chg="add del mod">
          <ac:chgData name="Paullo Estevam" userId="6a7db5c51fb4b330" providerId="LiveId" clId="{45ACBC25-D423-4DCA-94EA-257A6655DDEA}" dt="2024-11-14T14:47:24.618" v="698" actId="478"/>
          <ac:spMkLst>
            <pc:docMk/>
            <pc:sldMk cId="938926697" sldId="256"/>
            <ac:spMk id="6" creationId="{1AB62C0C-DC4D-F4F1-0D26-137FAB8A896E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76" creationId="{B541A2F0-1EDC-4D03-94AC-35BC742CEAC9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77" creationId="{08CE2AE4-51CC-4060-8818-423BB07BF3D4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79" creationId="{948AE52C-AD58-4D7E-BBEC-741EA69A9079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81" creationId="{EB3158C7-B011-4D27-BC9D-27EA5BE02D03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87" creationId="{40EA1C2A-B332-4211-8479-EA99BC303EF5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89" creationId="{24A97CC0-C913-4A9C-B6E8-755C7D15EAC8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91" creationId="{9DFA36DF-98BD-46D3-A75B-97154DB48262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93" creationId="{D1D22F90-51DE-40F7-96EE-8E9894DF0E7E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95" creationId="{F45D120E-4F36-4767-98FA-949993B8E1AC}"/>
          </ac:spMkLst>
        </pc:spChg>
        <pc:picChg chg="mod">
          <ac:chgData name="Paullo Estevam" userId="6a7db5c51fb4b330" providerId="LiveId" clId="{45ACBC25-D423-4DCA-94EA-257A6655DDEA}" dt="2024-11-14T14:47:51.489" v="706" actId="1076"/>
          <ac:picMkLst>
            <pc:docMk/>
            <pc:sldMk cId="938926697" sldId="256"/>
            <ac:picMk id="3074" creationId="{8BB8753C-591A-7F89-F86E-683972DA484A}"/>
          </ac:picMkLst>
        </pc:picChg>
        <pc:cxnChg chg="del">
          <ac:chgData name="Paullo Estevam" userId="6a7db5c51fb4b330" providerId="LiveId" clId="{45ACBC25-D423-4DCA-94EA-257A6655DDEA}" dt="2024-11-13T12:10:13.637" v="1"/>
          <ac:cxnSpMkLst>
            <pc:docMk/>
            <pc:sldMk cId="938926697" sldId="256"/>
            <ac:cxnSpMk id="3083" creationId="{7295AA18-FA8B-4B5D-9477-7F5F51288FEC}"/>
          </ac:cxnSpMkLst>
        </pc:cxnChg>
        <pc:cxnChg chg="del">
          <ac:chgData name="Paullo Estevam" userId="6a7db5c51fb4b330" providerId="LiveId" clId="{45ACBC25-D423-4DCA-94EA-257A6655DDEA}" dt="2024-11-13T12:10:13.637" v="1"/>
          <ac:cxnSpMkLst>
            <pc:docMk/>
            <pc:sldMk cId="938926697" sldId="256"/>
            <ac:cxnSpMk id="3085" creationId="{5E377175-C211-4D7B-89F7-92406DBD7346}"/>
          </ac:cxnSpMkLst>
        </pc:cxnChg>
      </pc:sldChg>
      <pc:sldChg chg="addSp delSp modSp mod">
        <pc:chgData name="Paullo Estevam" userId="6a7db5c51fb4b330" providerId="LiveId" clId="{45ACBC25-D423-4DCA-94EA-257A6655DDEA}" dt="2024-11-13T12:27:06.336" v="577"/>
        <pc:sldMkLst>
          <pc:docMk/>
          <pc:sldMk cId="3133713478" sldId="258"/>
        </pc:sldMkLst>
        <pc:spChg chg="del mod">
          <ac:chgData name="Paullo Estevam" userId="6a7db5c51fb4b330" providerId="LiveId" clId="{45ACBC25-D423-4DCA-94EA-257A6655DDEA}" dt="2024-11-13T12:20:30.073" v="451" actId="478"/>
          <ac:spMkLst>
            <pc:docMk/>
            <pc:sldMk cId="3133713478" sldId="258"/>
            <ac:spMk id="2" creationId="{E8FA7B2A-D1E4-839E-3D88-E31F0E9A8979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133713478" sldId="258"/>
            <ac:spMk id="3" creationId="{CB326C37-8BAD-F56F-BAE0-A88130796566}"/>
          </ac:spMkLst>
        </pc:spChg>
        <pc:spChg chg="add del mod">
          <ac:chgData name="Paullo Estevam" userId="6a7db5c51fb4b330" providerId="LiveId" clId="{45ACBC25-D423-4DCA-94EA-257A6655DDEA}" dt="2024-11-13T12:20:33.452" v="452" actId="478"/>
          <ac:spMkLst>
            <pc:docMk/>
            <pc:sldMk cId="3133713478" sldId="258"/>
            <ac:spMk id="6" creationId="{7A0BDB44-608C-C414-806C-005F74F87AB6}"/>
          </ac:spMkLst>
        </pc:spChg>
        <pc:picChg chg="mod">
          <ac:chgData name="Paullo Estevam" userId="6a7db5c51fb4b330" providerId="LiveId" clId="{45ACBC25-D423-4DCA-94EA-257A6655DDEA}" dt="2024-11-13T12:20:35.370" v="453" actId="1076"/>
          <ac:picMkLst>
            <pc:docMk/>
            <pc:sldMk cId="3133713478" sldId="258"/>
            <ac:picMk id="3078" creationId="{33FDD483-E5C3-4E6D-44E2-3F3BF06DB2F1}"/>
          </ac:picMkLst>
        </pc:picChg>
        <pc:picChg chg="mod">
          <ac:chgData name="Paullo Estevam" userId="6a7db5c51fb4b330" providerId="LiveId" clId="{45ACBC25-D423-4DCA-94EA-257A6655DDEA}" dt="2024-11-13T12:20:38.978" v="457" actId="1076"/>
          <ac:picMkLst>
            <pc:docMk/>
            <pc:sldMk cId="3133713478" sldId="258"/>
            <ac:picMk id="3080" creationId="{F9A32220-B42F-A79C-BFAA-734D317FC177}"/>
          </ac:picMkLst>
        </pc:picChg>
        <pc:picChg chg="mod">
          <ac:chgData name="Paullo Estevam" userId="6a7db5c51fb4b330" providerId="LiveId" clId="{45ACBC25-D423-4DCA-94EA-257A6655DDEA}" dt="2024-11-13T12:20:36.941" v="455" actId="1076"/>
          <ac:picMkLst>
            <pc:docMk/>
            <pc:sldMk cId="3133713478" sldId="258"/>
            <ac:picMk id="3082" creationId="{D68D6EAE-55F8-68E8-F062-A3F86E1250FD}"/>
          </ac:picMkLst>
        </pc:picChg>
        <pc:picChg chg="mod">
          <ac:chgData name="Paullo Estevam" userId="6a7db5c51fb4b330" providerId="LiveId" clId="{45ACBC25-D423-4DCA-94EA-257A6655DDEA}" dt="2024-11-13T12:20:36.266" v="454" actId="1076"/>
          <ac:picMkLst>
            <pc:docMk/>
            <pc:sldMk cId="3133713478" sldId="258"/>
            <ac:picMk id="3086" creationId="{09D68FD2-E447-E21E-3DAA-F43C1B20C676}"/>
          </ac:picMkLst>
        </pc:picChg>
        <pc:picChg chg="mod">
          <ac:chgData name="Paullo Estevam" userId="6a7db5c51fb4b330" providerId="LiveId" clId="{45ACBC25-D423-4DCA-94EA-257A6655DDEA}" dt="2024-11-13T12:20:38.071" v="456" actId="1076"/>
          <ac:picMkLst>
            <pc:docMk/>
            <pc:sldMk cId="3133713478" sldId="258"/>
            <ac:picMk id="3088" creationId="{64F866CB-DBBD-E779-316B-7975AAE246E9}"/>
          </ac:picMkLst>
        </pc:picChg>
      </pc:sldChg>
      <pc:sldChg chg="modSp mod">
        <pc:chgData name="Paullo Estevam" userId="6a7db5c51fb4b330" providerId="LiveId" clId="{45ACBC25-D423-4DCA-94EA-257A6655DDEA}" dt="2024-11-28T13:10:48.684" v="1083" actId="1076"/>
        <pc:sldMkLst>
          <pc:docMk/>
          <pc:sldMk cId="2586518911" sldId="259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2586518911" sldId="259"/>
            <ac:spMk id="2" creationId="{085950A0-6591-76A8-7816-E6801AAB4904}"/>
          </ac:spMkLst>
        </pc:spChg>
        <pc:spChg chg="mod">
          <ac:chgData name="Paullo Estevam" userId="6a7db5c51fb4b330" providerId="LiveId" clId="{45ACBC25-D423-4DCA-94EA-257A6655DDEA}" dt="2024-11-28T13:10:41.785" v="1081" actId="1036"/>
          <ac:spMkLst>
            <pc:docMk/>
            <pc:sldMk cId="2586518911" sldId="259"/>
            <ac:spMk id="3" creationId="{DFB5D492-6C64-39D3-FC8C-78D3FAB107E6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2586518911" sldId="259"/>
            <ac:spMk id="5" creationId="{10734E7F-9300-A82F-A18C-4FF721A26891}"/>
          </ac:spMkLst>
        </pc:spChg>
        <pc:picChg chg="mod">
          <ac:chgData name="Paullo Estevam" userId="6a7db5c51fb4b330" providerId="LiveId" clId="{45ACBC25-D423-4DCA-94EA-257A6655DDEA}" dt="2024-11-28T13:10:48.684" v="1083" actId="1076"/>
          <ac:picMkLst>
            <pc:docMk/>
            <pc:sldMk cId="2586518911" sldId="259"/>
            <ac:picMk id="4" creationId="{5166CC0B-2429-A335-DB14-D49E55C21FA6}"/>
          </ac:picMkLst>
        </pc:picChg>
      </pc:sldChg>
      <pc:sldChg chg="modSp mod">
        <pc:chgData name="Paullo Estevam" userId="6a7db5c51fb4b330" providerId="LiveId" clId="{45ACBC25-D423-4DCA-94EA-257A6655DDEA}" dt="2024-11-14T16:21:36.334" v="918" actId="14100"/>
        <pc:sldMkLst>
          <pc:docMk/>
          <pc:sldMk cId="1290119849" sldId="261"/>
        </pc:sldMkLst>
        <pc:spChg chg="mod">
          <ac:chgData name="Paullo Estevam" userId="6a7db5c51fb4b330" providerId="LiveId" clId="{45ACBC25-D423-4DCA-94EA-257A6655DDEA}" dt="2024-11-14T14:46:30.012" v="649" actId="20577"/>
          <ac:spMkLst>
            <pc:docMk/>
            <pc:sldMk cId="1290119849" sldId="261"/>
            <ac:spMk id="9" creationId="{69B403F6-B552-0C2F-CA9E-9B2C09874272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290119849" sldId="261"/>
            <ac:spMk id="14" creationId="{74226683-807A-6A8E-714E-44358A751DFA}"/>
          </ac:spMkLst>
        </pc:spChg>
        <pc:grpChg chg="mod">
          <ac:chgData name="Paullo Estevam" userId="6a7db5c51fb4b330" providerId="LiveId" clId="{45ACBC25-D423-4DCA-94EA-257A6655DDEA}" dt="2024-11-14T16:21:36.334" v="918" actId="14100"/>
          <ac:grpSpMkLst>
            <pc:docMk/>
            <pc:sldMk cId="1290119849" sldId="261"/>
            <ac:grpSpMk id="12" creationId="{A305E435-13BE-B070-9CCB-34AD7A32AE5C}"/>
          </ac:grpSpMkLst>
        </pc:grpChg>
      </pc:sldChg>
      <pc:sldChg chg="modSp mod">
        <pc:chgData name="Paullo Estevam" userId="6a7db5c51fb4b330" providerId="LiveId" clId="{45ACBC25-D423-4DCA-94EA-257A6655DDEA}" dt="2024-11-28T13:10:10.941" v="1071" actId="14100"/>
        <pc:sldMkLst>
          <pc:docMk/>
          <pc:sldMk cId="348001568" sldId="264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48001568" sldId="264"/>
            <ac:spMk id="2" creationId="{9D473D39-BFAD-3E0C-EA67-0278A625C849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48001568" sldId="264"/>
            <ac:spMk id="4" creationId="{750680BF-2187-EE2C-5320-40BE7FA36E37}"/>
          </ac:spMkLst>
        </pc:spChg>
        <pc:spChg chg="mod">
          <ac:chgData name="Paullo Estevam" userId="6a7db5c51fb4b330" providerId="LiveId" clId="{45ACBC25-D423-4DCA-94EA-257A6655DDEA}" dt="2024-11-28T13:10:10.941" v="1071" actId="14100"/>
          <ac:spMkLst>
            <pc:docMk/>
            <pc:sldMk cId="348001568" sldId="264"/>
            <ac:spMk id="8" creationId="{2DB44BC2-CD17-09B7-E282-A1462363B275}"/>
          </ac:spMkLst>
        </pc:spChg>
        <pc:picChg chg="mod">
          <ac:chgData name="Paullo Estevam" userId="6a7db5c51fb4b330" providerId="LiveId" clId="{45ACBC25-D423-4DCA-94EA-257A6655DDEA}" dt="2024-11-13T12:14:05.946" v="341" actId="1076"/>
          <ac:picMkLst>
            <pc:docMk/>
            <pc:sldMk cId="348001568" sldId="264"/>
            <ac:picMk id="5" creationId="{1CBFB9C9-EBFF-7C3B-976B-D5FCE0116E8B}"/>
          </ac:picMkLst>
        </pc:picChg>
        <pc:picChg chg="mod">
          <ac:chgData name="Paullo Estevam" userId="6a7db5c51fb4b330" providerId="LiveId" clId="{45ACBC25-D423-4DCA-94EA-257A6655DDEA}" dt="2024-11-13T12:14:02.598" v="339" actId="1076"/>
          <ac:picMkLst>
            <pc:docMk/>
            <pc:sldMk cId="348001568" sldId="264"/>
            <ac:picMk id="6" creationId="{20FF676D-62EA-CDFD-0CBE-385FC525DBD9}"/>
          </ac:picMkLst>
        </pc:picChg>
        <pc:picChg chg="mod">
          <ac:chgData name="Paullo Estevam" userId="6a7db5c51fb4b330" providerId="LiveId" clId="{45ACBC25-D423-4DCA-94EA-257A6655DDEA}" dt="2024-11-13T12:14:01.547" v="338" actId="1076"/>
          <ac:picMkLst>
            <pc:docMk/>
            <pc:sldMk cId="348001568" sldId="264"/>
            <ac:picMk id="7" creationId="{6D005CD9-4406-102D-1CC4-ADB38B352A4B}"/>
          </ac:picMkLst>
        </pc:picChg>
        <pc:picChg chg="mod">
          <ac:chgData name="Paullo Estevam" userId="6a7db5c51fb4b330" providerId="LiveId" clId="{45ACBC25-D423-4DCA-94EA-257A6655DDEA}" dt="2024-11-13T12:14:04.085" v="340" actId="1076"/>
          <ac:picMkLst>
            <pc:docMk/>
            <pc:sldMk cId="348001568" sldId="264"/>
            <ac:picMk id="1030" creationId="{1ED75BE3-25CB-19C1-B3F3-A004C5BECF5A}"/>
          </ac:picMkLst>
        </pc:picChg>
        <pc:picChg chg="mod">
          <ac:chgData name="Paullo Estevam" userId="6a7db5c51fb4b330" providerId="LiveId" clId="{45ACBC25-D423-4DCA-94EA-257A6655DDEA}" dt="2024-11-13T12:13:56.028" v="334" actId="1076"/>
          <ac:picMkLst>
            <pc:docMk/>
            <pc:sldMk cId="348001568" sldId="264"/>
            <ac:picMk id="1034" creationId="{111ED8F8-F301-BCE8-F5E5-1284E9478357}"/>
          </ac:picMkLst>
        </pc:picChg>
        <pc:picChg chg="mod">
          <ac:chgData name="Paullo Estevam" userId="6a7db5c51fb4b330" providerId="LiveId" clId="{45ACBC25-D423-4DCA-94EA-257A6655DDEA}" dt="2024-11-13T12:13:59.858" v="337" actId="1076"/>
          <ac:picMkLst>
            <pc:docMk/>
            <pc:sldMk cId="348001568" sldId="264"/>
            <ac:picMk id="1036" creationId="{A04153E3-D049-5AE3-FB29-9C7613FE4F94}"/>
          </ac:picMkLst>
        </pc:picChg>
        <pc:picChg chg="mod">
          <ac:chgData name="Paullo Estevam" userId="6a7db5c51fb4b330" providerId="LiveId" clId="{45ACBC25-D423-4DCA-94EA-257A6655DDEA}" dt="2024-11-13T12:14:07.720" v="342" actId="1076"/>
          <ac:picMkLst>
            <pc:docMk/>
            <pc:sldMk cId="348001568" sldId="264"/>
            <ac:picMk id="1038" creationId="{CA66C058-8C10-93EB-2BCD-9D68E94F3CAC}"/>
          </ac:picMkLst>
        </pc:picChg>
        <pc:picChg chg="mod">
          <ac:chgData name="Paullo Estevam" userId="6a7db5c51fb4b330" providerId="LiveId" clId="{45ACBC25-D423-4DCA-94EA-257A6655DDEA}" dt="2024-11-13T12:13:58.025" v="335" actId="1076"/>
          <ac:picMkLst>
            <pc:docMk/>
            <pc:sldMk cId="348001568" sldId="264"/>
            <ac:picMk id="1040" creationId="{56F693D7-41E6-0EBF-1CE6-7E6B45822CA2}"/>
          </ac:picMkLst>
        </pc:pic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448388216" sldId="265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448388216" sldId="265"/>
            <ac:spMk id="2" creationId="{BE317D3B-8442-5C50-5795-8B611FCAEB28}"/>
          </ac:spMkLst>
        </pc:spChg>
        <pc:spChg chg="mod">
          <ac:chgData name="Paullo Estevam" userId="6a7db5c51fb4b330" providerId="LiveId" clId="{45ACBC25-D423-4DCA-94EA-257A6655DDEA}" dt="2024-11-13T12:16:20.329" v="407" actId="1076"/>
          <ac:spMkLst>
            <pc:docMk/>
            <pc:sldMk cId="448388216" sldId="265"/>
            <ac:spMk id="3" creationId="{4CC94CD3-286B-3D58-DDCA-23A68FF25E01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448388216" sldId="265"/>
            <ac:spMk id="4" creationId="{EFCBDF70-AFAB-31D6-F5FF-B5D72790C2F5}"/>
          </ac:spMkLst>
        </pc:spChg>
        <pc:picChg chg="mod">
          <ac:chgData name="Paullo Estevam" userId="6a7db5c51fb4b330" providerId="LiveId" clId="{45ACBC25-D423-4DCA-94EA-257A6655DDEA}" dt="2024-11-13T12:16:22.915" v="408" actId="1076"/>
          <ac:picMkLst>
            <pc:docMk/>
            <pc:sldMk cId="448388216" sldId="265"/>
            <ac:picMk id="5" creationId="{2E35D286-4DD6-E6E2-9AD7-820AFDF59725}"/>
          </ac:picMkLst>
        </pc:picChg>
        <pc:picChg chg="mod">
          <ac:chgData name="Paullo Estevam" userId="6a7db5c51fb4b330" providerId="LiveId" clId="{45ACBC25-D423-4DCA-94EA-257A6655DDEA}" dt="2024-11-13T12:16:37.934" v="413" actId="14100"/>
          <ac:picMkLst>
            <pc:docMk/>
            <pc:sldMk cId="448388216" sldId="265"/>
            <ac:picMk id="4098" creationId="{9AD96DA3-F2CD-63E8-3AB6-EF416A7D5C2E}"/>
          </ac:picMkLst>
        </pc:picChg>
        <pc:picChg chg="mod">
          <ac:chgData name="Paullo Estevam" userId="6a7db5c51fb4b330" providerId="LiveId" clId="{45ACBC25-D423-4DCA-94EA-257A6655DDEA}" dt="2024-11-13T12:16:35.309" v="412" actId="1076"/>
          <ac:picMkLst>
            <pc:docMk/>
            <pc:sldMk cId="448388216" sldId="265"/>
            <ac:picMk id="5122" creationId="{4EF6CA69-8BBD-A771-1F64-EB6C834BAB06}"/>
          </ac:picMkLst>
        </pc:picChg>
      </pc:sldChg>
      <pc:sldChg chg="addSp delSp modSp mod">
        <pc:chgData name="Paullo Estevam" userId="6a7db5c51fb4b330" providerId="LiveId" clId="{45ACBC25-D423-4DCA-94EA-257A6655DDEA}" dt="2024-11-28T13:29:19.076" v="1187" actId="1076"/>
        <pc:sldMkLst>
          <pc:docMk/>
          <pc:sldMk cId="199460944" sldId="268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99460944" sldId="268"/>
            <ac:spMk id="2" creationId="{6E09E8E7-BB32-27F7-697B-97FE1BD2AF54}"/>
          </ac:spMkLst>
        </pc:spChg>
        <pc:spChg chg="mod">
          <ac:chgData name="Paullo Estevam" userId="6a7db5c51fb4b330" providerId="LiveId" clId="{45ACBC25-D423-4DCA-94EA-257A6655DDEA}" dt="2024-11-14T16:18:30.655" v="735" actId="20577"/>
          <ac:spMkLst>
            <pc:docMk/>
            <pc:sldMk cId="199460944" sldId="268"/>
            <ac:spMk id="3" creationId="{10D55773-F35B-3266-B0E5-AB376A5EEBED}"/>
          </ac:spMkLst>
        </pc:spChg>
        <pc:spChg chg="mod">
          <ac:chgData name="Paullo Estevam" userId="6a7db5c51fb4b330" providerId="LiveId" clId="{45ACBC25-D423-4DCA-94EA-257A6655DDEA}" dt="2024-11-14T16:18:39.001" v="771" actId="20577"/>
          <ac:spMkLst>
            <pc:docMk/>
            <pc:sldMk cId="199460944" sldId="268"/>
            <ac:spMk id="5" creationId="{85D45D19-64F2-8898-7BAE-6B8689B3DBCE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99460944" sldId="268"/>
            <ac:spMk id="6" creationId="{9ECFE08B-C905-95FB-5C61-1579F1AC8936}"/>
          </ac:spMkLst>
        </pc:spChg>
        <pc:spChg chg="add mod">
          <ac:chgData name="Paullo Estevam" userId="6a7db5c51fb4b330" providerId="LiveId" clId="{45ACBC25-D423-4DCA-94EA-257A6655DDEA}" dt="2024-11-14T16:19:51.904" v="887" actId="403"/>
          <ac:spMkLst>
            <pc:docMk/>
            <pc:sldMk cId="199460944" sldId="268"/>
            <ac:spMk id="9" creationId="{DB2BA1D5-9A2E-B30D-0F68-93FD5F338021}"/>
          </ac:spMkLst>
        </pc:spChg>
        <pc:picChg chg="add del mod">
          <ac:chgData name="Paullo Estevam" userId="6a7db5c51fb4b330" providerId="LiveId" clId="{45ACBC25-D423-4DCA-94EA-257A6655DDEA}" dt="2024-11-28T13:28:17.138" v="1180" actId="478"/>
          <ac:picMkLst>
            <pc:docMk/>
            <pc:sldMk cId="199460944" sldId="268"/>
            <ac:picMk id="8" creationId="{21061A40-CDFF-D849-7D25-9551FC9CCBD9}"/>
          </ac:picMkLst>
        </pc:picChg>
        <pc:picChg chg="add mod">
          <ac:chgData name="Paullo Estevam" userId="6a7db5c51fb4b330" providerId="LiveId" clId="{45ACBC25-D423-4DCA-94EA-257A6655DDEA}" dt="2024-11-28T13:29:19.076" v="1187" actId="1076"/>
          <ac:picMkLst>
            <pc:docMk/>
            <pc:sldMk cId="199460944" sldId="268"/>
            <ac:picMk id="10" creationId="{1E45B22F-DCB0-453D-5F01-3B611ED8311F}"/>
          </ac:picMkLst>
        </pc:pic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3593632650" sldId="270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593632650" sldId="270"/>
            <ac:spMk id="2" creationId="{3D7AE722-8B1E-C879-2D89-0A4EE97CD3BF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593632650" sldId="270"/>
            <ac:spMk id="3" creationId="{33DA1F59-7C60-42BE-5A08-4A08E2AA63B0}"/>
          </ac:spMkLst>
        </pc:spChg>
        <pc:spChg chg="mod">
          <ac:chgData name="Paullo Estevam" userId="6a7db5c51fb4b330" providerId="LiveId" clId="{45ACBC25-D423-4DCA-94EA-257A6655DDEA}" dt="2024-11-13T12:24:49.741" v="537" actId="1076"/>
          <ac:spMkLst>
            <pc:docMk/>
            <pc:sldMk cId="3593632650" sldId="270"/>
            <ac:spMk id="5" creationId="{D6F49F53-D39B-9E1B-A588-954216EB6E07}"/>
          </ac:spMkLst>
        </pc:spChg>
        <pc:spChg chg="mod">
          <ac:chgData name="Paullo Estevam" userId="6a7db5c51fb4b330" providerId="LiveId" clId="{45ACBC25-D423-4DCA-94EA-257A6655DDEA}" dt="2024-11-13T12:24:54.445" v="539" actId="1076"/>
          <ac:spMkLst>
            <pc:docMk/>
            <pc:sldMk cId="3593632650" sldId="270"/>
            <ac:spMk id="8" creationId="{0B6F588D-94D8-41DA-0E75-753C24A6A7F1}"/>
          </ac:spMkLst>
        </pc:spChg>
        <pc:picChg chg="mod">
          <ac:chgData name="Paullo Estevam" userId="6a7db5c51fb4b330" providerId="LiveId" clId="{45ACBC25-D423-4DCA-94EA-257A6655DDEA}" dt="2024-11-13T12:24:46.097" v="536" actId="1076"/>
          <ac:picMkLst>
            <pc:docMk/>
            <pc:sldMk cId="3593632650" sldId="270"/>
            <ac:picMk id="6146" creationId="{4D45434F-F90E-BF99-1872-BF07915C884F}"/>
          </ac:picMkLst>
        </pc:picChg>
        <pc:picChg chg="mod">
          <ac:chgData name="Paullo Estevam" userId="6a7db5c51fb4b330" providerId="LiveId" clId="{45ACBC25-D423-4DCA-94EA-257A6655DDEA}" dt="2024-11-13T12:24:51.109" v="538" actId="1076"/>
          <ac:picMkLst>
            <pc:docMk/>
            <pc:sldMk cId="3593632650" sldId="270"/>
            <ac:picMk id="6148" creationId="{205CAC72-9AB7-A9BF-A1AE-459828B5CDE1}"/>
          </ac:picMkLst>
        </pc:picChg>
      </pc:sldChg>
      <pc:sldChg chg="modSp mod ord modAnim">
        <pc:chgData name="Paullo Estevam" userId="6a7db5c51fb4b330" providerId="LiveId" clId="{45ACBC25-D423-4DCA-94EA-257A6655DDEA}" dt="2024-11-28T13:25:04.636" v="1179"/>
        <pc:sldMkLst>
          <pc:docMk/>
          <pc:sldMk cId="657769478" sldId="271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657769478" sldId="271"/>
            <ac:spMk id="2" creationId="{F905F62B-33EC-CA77-F0A2-A008801DC61D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657769478" sldId="271"/>
            <ac:spMk id="26" creationId="{2294E588-4ACD-C8B1-C818-A2621DF2446A}"/>
          </ac:spMkLst>
        </pc:spChg>
        <pc:picChg chg="mod">
          <ac:chgData name="Paullo Estevam" userId="6a7db5c51fb4b330" providerId="LiveId" clId="{45ACBC25-D423-4DCA-94EA-257A6655DDEA}" dt="2024-11-28T13:05:42.023" v="1065" actId="14100"/>
          <ac:picMkLst>
            <pc:docMk/>
            <pc:sldMk cId="657769478" sldId="271"/>
            <ac:picMk id="7" creationId="{ED873A9C-2E84-9FF1-D682-E3C14602C0D8}"/>
          </ac:picMkLst>
        </pc:picChg>
        <pc:picChg chg="mod">
          <ac:chgData name="Paullo Estevam" userId="6a7db5c51fb4b330" providerId="LiveId" clId="{45ACBC25-D423-4DCA-94EA-257A6655DDEA}" dt="2024-11-28T13:05:42.023" v="1065" actId="14100"/>
          <ac:picMkLst>
            <pc:docMk/>
            <pc:sldMk cId="657769478" sldId="271"/>
            <ac:picMk id="9" creationId="{66729901-BAEB-45D5-1772-B04F132A828A}"/>
          </ac:picMkLst>
        </pc:picChg>
        <pc:picChg chg="mod">
          <ac:chgData name="Paullo Estevam" userId="6a7db5c51fb4b330" providerId="LiveId" clId="{45ACBC25-D423-4DCA-94EA-257A6655DDEA}" dt="2024-11-28T13:09:18.344" v="1066"/>
          <ac:picMkLst>
            <pc:docMk/>
            <pc:sldMk cId="657769478" sldId="271"/>
            <ac:picMk id="11" creationId="{2DFF6FE6-5FE6-61C6-B89A-5A71DFB4BDD9}"/>
          </ac:picMkLst>
        </pc:picChg>
        <pc:picChg chg="mod">
          <ac:chgData name="Paullo Estevam" userId="6a7db5c51fb4b330" providerId="LiveId" clId="{45ACBC25-D423-4DCA-94EA-257A6655DDEA}" dt="2024-11-28T13:05:42.023" v="1065" actId="14100"/>
          <ac:picMkLst>
            <pc:docMk/>
            <pc:sldMk cId="657769478" sldId="271"/>
            <ac:picMk id="13" creationId="{5552EC1A-9138-33BD-C915-6ADE98C4C87E}"/>
          </ac:picMkLst>
        </pc:picChg>
        <pc:picChg chg="mod">
          <ac:chgData name="Paullo Estevam" userId="6a7db5c51fb4b330" providerId="LiveId" clId="{45ACBC25-D423-4DCA-94EA-257A6655DDEA}" dt="2024-11-28T13:05:37.148" v="1064" actId="14100"/>
          <ac:picMkLst>
            <pc:docMk/>
            <pc:sldMk cId="657769478" sldId="271"/>
            <ac:picMk id="15" creationId="{092EFB88-C99D-51A7-1074-480416160BC4}"/>
          </ac:picMkLst>
        </pc:picChg>
        <pc:picChg chg="mod">
          <ac:chgData name="Paullo Estevam" userId="6a7db5c51fb4b330" providerId="LiveId" clId="{45ACBC25-D423-4DCA-94EA-257A6655DDEA}" dt="2024-11-28T13:05:37.148" v="1064" actId="14100"/>
          <ac:picMkLst>
            <pc:docMk/>
            <pc:sldMk cId="657769478" sldId="271"/>
            <ac:picMk id="17" creationId="{9220F4AB-2B91-E43F-87A7-FE9E42692FA1}"/>
          </ac:picMkLst>
        </pc:picChg>
        <pc:picChg chg="mod">
          <ac:chgData name="Paullo Estevam" userId="6a7db5c51fb4b330" providerId="LiveId" clId="{45ACBC25-D423-4DCA-94EA-257A6655DDEA}" dt="2024-11-28T13:05:37.148" v="1064" actId="14100"/>
          <ac:picMkLst>
            <pc:docMk/>
            <pc:sldMk cId="657769478" sldId="271"/>
            <ac:picMk id="19" creationId="{7AE27A82-9405-5228-3750-BAF6D097A844}"/>
          </ac:picMkLst>
        </pc:picChg>
        <pc:picChg chg="mod">
          <ac:chgData name="Paullo Estevam" userId="6a7db5c51fb4b330" providerId="LiveId" clId="{45ACBC25-D423-4DCA-94EA-257A6655DDEA}" dt="2024-11-28T13:05:37.148" v="1064" actId="14100"/>
          <ac:picMkLst>
            <pc:docMk/>
            <pc:sldMk cId="657769478" sldId="271"/>
            <ac:picMk id="21" creationId="{79D8E191-61A2-42DD-9488-F606924FF0D4}"/>
          </ac:picMkLst>
        </pc:picChg>
        <pc:picChg chg="mod">
          <ac:chgData name="Paullo Estevam" userId="6a7db5c51fb4b330" providerId="LiveId" clId="{45ACBC25-D423-4DCA-94EA-257A6655DDEA}" dt="2024-11-28T13:05:37.148" v="1064" actId="14100"/>
          <ac:picMkLst>
            <pc:docMk/>
            <pc:sldMk cId="657769478" sldId="271"/>
            <ac:picMk id="23" creationId="{7E73EFD1-1562-A8B0-9FD3-6D7F26757AE4}"/>
          </ac:picMkLst>
        </pc:picChg>
        <pc:picChg chg="mod">
          <ac:chgData name="Paullo Estevam" userId="6a7db5c51fb4b330" providerId="LiveId" clId="{45ACBC25-D423-4DCA-94EA-257A6655DDEA}" dt="2024-11-28T13:05:42.023" v="1065" actId="14100"/>
          <ac:picMkLst>
            <pc:docMk/>
            <pc:sldMk cId="657769478" sldId="271"/>
            <ac:picMk id="25" creationId="{CC6BD74C-8FF8-8764-72AF-DBAA1E32771E}"/>
          </ac:picMkLst>
        </pc:pic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2283759418" sldId="273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2283759418" sldId="273"/>
            <ac:spMk id="3" creationId="{3E936312-2EEB-25F8-886C-2C0C5EE79D21}"/>
          </ac:spMkLst>
        </pc:spChg>
        <pc:spChg chg="mod">
          <ac:chgData name="Paullo Estevam" userId="6a7db5c51fb4b330" providerId="LiveId" clId="{45ACBC25-D423-4DCA-94EA-257A6655DDEA}" dt="2024-11-13T12:18:00.444" v="419" actId="1076"/>
          <ac:spMkLst>
            <pc:docMk/>
            <pc:sldMk cId="2283759418" sldId="273"/>
            <ac:spMk id="6" creationId="{4088FCE8-CA56-7F79-4A27-F87BFB3432A1}"/>
          </ac:spMkLst>
        </pc:spChg>
        <pc:spChg chg="mod">
          <ac:chgData name="Paullo Estevam" userId="6a7db5c51fb4b330" providerId="LiveId" clId="{45ACBC25-D423-4DCA-94EA-257A6655DDEA}" dt="2024-11-13T12:18:21.620" v="433" actId="1076"/>
          <ac:spMkLst>
            <pc:docMk/>
            <pc:sldMk cId="2283759418" sldId="273"/>
            <ac:spMk id="7" creationId="{86D445E6-4D8D-41A2-7F1C-28739682B8B5}"/>
          </ac:spMkLst>
        </pc:spChg>
        <pc:spChg chg="mod">
          <ac:chgData name="Paullo Estevam" userId="6a7db5c51fb4b330" providerId="LiveId" clId="{45ACBC25-D423-4DCA-94EA-257A6655DDEA}" dt="2024-11-13T12:18:16.215" v="432" actId="1035"/>
          <ac:spMkLst>
            <pc:docMk/>
            <pc:sldMk cId="2283759418" sldId="273"/>
            <ac:spMk id="9" creationId="{CBE0EF38-DE30-0971-8BBC-3006F3D6BEB2}"/>
          </ac:spMkLst>
        </pc:spChg>
        <pc:spChg chg="mod">
          <ac:chgData name="Paullo Estevam" userId="6a7db5c51fb4b330" providerId="LiveId" clId="{45ACBC25-D423-4DCA-94EA-257A6655DDEA}" dt="2024-11-13T12:19:41.846" v="444"/>
          <ac:spMkLst>
            <pc:docMk/>
            <pc:sldMk cId="2283759418" sldId="273"/>
            <ac:spMk id="10" creationId="{BD863CCC-42BA-05BE-5153-19BDE113630B}"/>
          </ac:spMkLst>
        </pc:spChg>
        <pc:spChg chg="mod">
          <ac:chgData name="Paullo Estevam" userId="6a7db5c51fb4b330" providerId="LiveId" clId="{45ACBC25-D423-4DCA-94EA-257A6655DDEA}" dt="2024-11-13T12:18:06.686" v="420" actId="1076"/>
          <ac:spMkLst>
            <pc:docMk/>
            <pc:sldMk cId="2283759418" sldId="273"/>
            <ac:spMk id="11" creationId="{D92E52FD-1BBC-7C5D-AB54-CC0A1DA18434}"/>
          </ac:spMkLst>
        </pc:spChg>
      </pc:sldChg>
      <pc:sldChg chg="delSp modSp mod">
        <pc:chgData name="Paullo Estevam" userId="6a7db5c51fb4b330" providerId="LiveId" clId="{45ACBC25-D423-4DCA-94EA-257A6655DDEA}" dt="2024-11-14T16:21:17.030" v="905" actId="14100"/>
        <pc:sldMkLst>
          <pc:docMk/>
          <pc:sldMk cId="4111383003" sldId="274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4111383003" sldId="274"/>
            <ac:spMk id="2" creationId="{6076EA05-7674-FAF4-1F71-4FD7C47B456A}"/>
          </ac:spMkLst>
        </pc:spChg>
        <pc:spChg chg="del">
          <ac:chgData name="Paullo Estevam" userId="6a7db5c51fb4b330" providerId="LiveId" clId="{45ACBC25-D423-4DCA-94EA-257A6655DDEA}" dt="2024-11-13T12:21:14.040" v="458" actId="478"/>
          <ac:spMkLst>
            <pc:docMk/>
            <pc:sldMk cId="4111383003" sldId="274"/>
            <ac:spMk id="3" creationId="{38AFC66C-8554-9B69-85CB-F88B0A717DAE}"/>
          </ac:spMkLst>
        </pc:spChg>
        <pc:spChg chg="mod">
          <ac:chgData name="Paullo Estevam" userId="6a7db5c51fb4b330" providerId="LiveId" clId="{45ACBC25-D423-4DCA-94EA-257A6655DDEA}" dt="2024-11-13T12:40:04.770" v="643" actId="1076"/>
          <ac:spMkLst>
            <pc:docMk/>
            <pc:sldMk cId="4111383003" sldId="274"/>
            <ac:spMk id="16" creationId="{CB76E315-B463-0601-DE00-581F7D541E33}"/>
          </ac:spMkLst>
        </pc:spChg>
        <pc:spChg chg="mod">
          <ac:chgData name="Paullo Estevam" userId="6a7db5c51fb4b330" providerId="LiveId" clId="{45ACBC25-D423-4DCA-94EA-257A6655DDEA}" dt="2024-11-13T12:40:00.357" v="642" actId="1038"/>
          <ac:spMkLst>
            <pc:docMk/>
            <pc:sldMk cId="4111383003" sldId="274"/>
            <ac:spMk id="21" creationId="{619BD4D5-5D8C-5E61-7AD9-7FF5500F668C}"/>
          </ac:spMkLst>
        </pc:spChg>
        <pc:spChg chg="mod">
          <ac:chgData name="Paullo Estevam" userId="6a7db5c51fb4b330" providerId="LiveId" clId="{45ACBC25-D423-4DCA-94EA-257A6655DDEA}" dt="2024-11-13T12:40:00.357" v="642" actId="1038"/>
          <ac:spMkLst>
            <pc:docMk/>
            <pc:sldMk cId="4111383003" sldId="274"/>
            <ac:spMk id="22" creationId="{B0C6CE43-7DB7-83FD-1860-9AB46D6A2C77}"/>
          </ac:spMkLst>
        </pc:spChg>
        <pc:spChg chg="mod">
          <ac:chgData name="Paullo Estevam" userId="6a7db5c51fb4b330" providerId="LiveId" clId="{45ACBC25-D423-4DCA-94EA-257A6655DDEA}" dt="2024-11-13T12:40:00.357" v="642" actId="1038"/>
          <ac:spMkLst>
            <pc:docMk/>
            <pc:sldMk cId="4111383003" sldId="274"/>
            <ac:spMk id="23" creationId="{06F3C3EE-FBE8-2C76-2545-F9DF78551082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4111383003" sldId="274"/>
            <ac:spMk id="25" creationId="{B09AB94A-330F-C7A4-8D1E-392B4381E6E8}"/>
          </ac:spMkLst>
        </pc:spChg>
        <pc:picChg chg="mod">
          <ac:chgData name="Paullo Estevam" userId="6a7db5c51fb4b330" providerId="LiveId" clId="{45ACBC25-D423-4DCA-94EA-257A6655DDEA}" dt="2024-11-14T16:21:17.030" v="905" actId="14100"/>
          <ac:picMkLst>
            <pc:docMk/>
            <pc:sldMk cId="4111383003" sldId="274"/>
            <ac:picMk id="5124" creationId="{3C972C71-09BC-7CF0-C667-9005E251BCA3}"/>
          </ac:picMkLst>
        </pc:picChg>
      </pc:sldChg>
      <pc:sldChg chg="modSp mod">
        <pc:chgData name="Paullo Estevam" userId="6a7db5c51fb4b330" providerId="LiveId" clId="{45ACBC25-D423-4DCA-94EA-257A6655DDEA}" dt="2024-11-14T16:22:06.640" v="923" actId="1076"/>
        <pc:sldMkLst>
          <pc:docMk/>
          <pc:sldMk cId="3886277805" sldId="275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886277805" sldId="275"/>
            <ac:spMk id="2" creationId="{CD5CB25B-3669-798D-B901-3D02E2DBB366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886277805" sldId="275"/>
            <ac:spMk id="3" creationId="{6AB402E3-3F25-6CCD-4087-5189556DD41F}"/>
          </ac:spMkLst>
        </pc:spChg>
        <pc:picChg chg="mod">
          <ac:chgData name="Paullo Estevam" userId="6a7db5c51fb4b330" providerId="LiveId" clId="{45ACBC25-D423-4DCA-94EA-257A6655DDEA}" dt="2024-11-13T12:25:11.212" v="541" actId="1076"/>
          <ac:picMkLst>
            <pc:docMk/>
            <pc:sldMk cId="3886277805" sldId="275"/>
            <ac:picMk id="7" creationId="{8B06A601-81C2-6473-7E99-ABCBC99CC4E3}"/>
          </ac:picMkLst>
        </pc:picChg>
        <pc:picChg chg="mod">
          <ac:chgData name="Paullo Estevam" userId="6a7db5c51fb4b330" providerId="LiveId" clId="{45ACBC25-D423-4DCA-94EA-257A6655DDEA}" dt="2024-11-14T16:22:06.640" v="923" actId="1076"/>
          <ac:picMkLst>
            <pc:docMk/>
            <pc:sldMk cId="3886277805" sldId="275"/>
            <ac:picMk id="5122" creationId="{F585A421-D566-9617-E1E4-39328F3C28E7}"/>
          </ac:picMkLst>
        </pc:picChg>
      </pc:sldChg>
      <pc:sldChg chg="addSp delSp modSp mod">
        <pc:chgData name="Paullo Estevam" userId="6a7db5c51fb4b330" providerId="LiveId" clId="{45ACBC25-D423-4DCA-94EA-257A6655DDEA}" dt="2024-11-14T16:21:31.194" v="917" actId="1036"/>
        <pc:sldMkLst>
          <pc:docMk/>
          <pc:sldMk cId="3650863722" sldId="276"/>
        </pc:sldMkLst>
        <pc:spChg chg="del mod">
          <ac:chgData name="Paullo Estevam" userId="6a7db5c51fb4b330" providerId="LiveId" clId="{45ACBC25-D423-4DCA-94EA-257A6655DDEA}" dt="2024-11-13T12:21:41.440" v="491" actId="478"/>
          <ac:spMkLst>
            <pc:docMk/>
            <pc:sldMk cId="3650863722" sldId="276"/>
            <ac:spMk id="2" creationId="{BA43EBDC-0BA9-9719-4B18-7745A3EC0867}"/>
          </ac:spMkLst>
        </pc:spChg>
        <pc:spChg chg="mod">
          <ac:chgData name="Paullo Estevam" userId="6a7db5c51fb4b330" providerId="LiveId" clId="{45ACBC25-D423-4DCA-94EA-257A6655DDEA}" dt="2024-11-14T16:21:31.194" v="917" actId="1036"/>
          <ac:spMkLst>
            <pc:docMk/>
            <pc:sldMk cId="3650863722" sldId="276"/>
            <ac:spMk id="3" creationId="{563E510D-DB19-945F-6C39-63208B678F3F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650863722" sldId="276"/>
            <ac:spMk id="4" creationId="{0D1ADBBE-255E-2E5C-66A3-24707294E213}"/>
          </ac:spMkLst>
        </pc:spChg>
        <pc:spChg chg="add mod">
          <ac:chgData name="Paullo Estevam" userId="6a7db5c51fb4b330" providerId="LiveId" clId="{45ACBC25-D423-4DCA-94EA-257A6655DDEA}" dt="2024-11-13T12:27:06.336" v="577"/>
          <ac:spMkLst>
            <pc:docMk/>
            <pc:sldMk cId="3650863722" sldId="276"/>
            <ac:spMk id="6" creationId="{D4002729-D735-DFEA-3D24-A77C610CED47}"/>
          </ac:spMkLst>
        </pc:spChg>
        <pc:picChg chg="mod">
          <ac:chgData name="Paullo Estevam" userId="6a7db5c51fb4b330" providerId="LiveId" clId="{45ACBC25-D423-4DCA-94EA-257A6655DDEA}" dt="2024-11-14T16:21:25.007" v="908" actId="14100"/>
          <ac:picMkLst>
            <pc:docMk/>
            <pc:sldMk cId="3650863722" sldId="276"/>
            <ac:picMk id="8194" creationId="{AE880330-13D3-BF87-7287-844D4A11EF59}"/>
          </ac:picMkLst>
        </pc:pic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1445619718" sldId="277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445619718" sldId="277"/>
            <ac:spMk id="2" creationId="{9D473D39-BFAD-3E0C-EA67-0278A625C849}"/>
          </ac:spMkLst>
        </pc:spChg>
        <pc:spChg chg="mod">
          <ac:chgData name="Paullo Estevam" userId="6a7db5c51fb4b330" providerId="LiveId" clId="{45ACBC25-D423-4DCA-94EA-257A6655DDEA}" dt="2024-11-13T12:16:05.356" v="403" actId="1076"/>
          <ac:spMkLst>
            <pc:docMk/>
            <pc:sldMk cId="1445619718" sldId="277"/>
            <ac:spMk id="4" creationId="{D22E7AE6-C63F-643B-88C0-8B844F072359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445619718" sldId="277"/>
            <ac:spMk id="5" creationId="{9A9A4B56-5585-4606-8C77-B9A48D136E82}"/>
          </ac:spMkLst>
        </pc:spChg>
        <pc:picChg chg="mod">
          <ac:chgData name="Paullo Estevam" userId="6a7db5c51fb4b330" providerId="LiveId" clId="{45ACBC25-D423-4DCA-94EA-257A6655DDEA}" dt="2024-11-13T12:16:00.560" v="402" actId="1076"/>
          <ac:picMkLst>
            <pc:docMk/>
            <pc:sldMk cId="1445619718" sldId="277"/>
            <ac:picMk id="1026" creationId="{751406B4-BDFB-2221-A4B4-ED98D2ED234D}"/>
          </ac:picMkLst>
        </pc:picChg>
      </pc:sldChg>
      <pc:sldChg chg="addSp delSp modSp mod">
        <pc:chgData name="Paullo Estevam" userId="6a7db5c51fb4b330" providerId="LiveId" clId="{45ACBC25-D423-4DCA-94EA-257A6655DDEA}" dt="2024-11-14T16:20:08.832" v="894" actId="27636"/>
        <pc:sldMkLst>
          <pc:docMk/>
          <pc:sldMk cId="1841180361" sldId="278"/>
        </pc:sldMkLst>
        <pc:spChg chg="mod">
          <ac:chgData name="Paullo Estevam" userId="6a7db5c51fb4b330" providerId="LiveId" clId="{45ACBC25-D423-4DCA-94EA-257A6655DDEA}" dt="2024-11-14T16:20:01.831" v="890" actId="1076"/>
          <ac:spMkLst>
            <pc:docMk/>
            <pc:sldMk cId="1841180361" sldId="278"/>
            <ac:spMk id="2" creationId="{085950A0-6591-76A8-7816-E6801AAB4904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841180361" sldId="278"/>
            <ac:spMk id="3" creationId="{6EE63A37-CC2E-BB72-1EB3-DDD9E9297504}"/>
          </ac:spMkLst>
        </pc:spChg>
        <pc:spChg chg="mod">
          <ac:chgData name="Paullo Estevam" userId="6a7db5c51fb4b330" providerId="LiveId" clId="{45ACBC25-D423-4DCA-94EA-257A6655DDEA}" dt="2024-11-14T16:20:08.832" v="894" actId="27636"/>
          <ac:spMkLst>
            <pc:docMk/>
            <pc:sldMk cId="1841180361" sldId="278"/>
            <ac:spMk id="7" creationId="{CF19173B-E839-9A30-A6CD-DC2C41C39078}"/>
          </ac:spMkLst>
        </pc:spChg>
        <pc:picChg chg="add del mod ord">
          <ac:chgData name="Paullo Estevam" userId="6a7db5c51fb4b330" providerId="LiveId" clId="{45ACBC25-D423-4DCA-94EA-257A6655DDEA}" dt="2024-11-14T16:19:52.062" v="888" actId="478"/>
          <ac:picMkLst>
            <pc:docMk/>
            <pc:sldMk cId="1841180361" sldId="278"/>
            <ac:picMk id="5" creationId="{9F3FDBC8-4DA8-A2E3-8A62-DD0950E0140B}"/>
          </ac:picMkLst>
        </pc:picChg>
      </pc:sldChg>
      <pc:sldChg chg="addSp delSp modSp mod">
        <pc:chgData name="Paullo Estevam" userId="6a7db5c51fb4b330" providerId="LiveId" clId="{45ACBC25-D423-4DCA-94EA-257A6655DDEA}" dt="2024-11-14T16:21:51.178" v="920" actId="1076"/>
        <pc:sldMkLst>
          <pc:docMk/>
          <pc:sldMk cId="3088484630" sldId="279"/>
        </pc:sldMkLst>
        <pc:spChg chg="add del mod">
          <ac:chgData name="Paullo Estevam" userId="6a7db5c51fb4b330" providerId="LiveId" clId="{45ACBC25-D423-4DCA-94EA-257A6655DDEA}" dt="2024-11-13T12:24:23.316" v="525" actId="478"/>
          <ac:spMkLst>
            <pc:docMk/>
            <pc:sldMk cId="3088484630" sldId="279"/>
            <ac:spMk id="3" creationId="{C2C34F59-53BA-A39F-D0A3-C5AF60590E1D}"/>
          </ac:spMkLst>
        </pc:spChg>
        <pc:spChg chg="add del mod">
          <ac:chgData name="Paullo Estevam" userId="6a7db5c51fb4b330" providerId="LiveId" clId="{45ACBC25-D423-4DCA-94EA-257A6655DDEA}" dt="2024-11-13T12:27:06.336" v="577"/>
          <ac:spMkLst>
            <pc:docMk/>
            <pc:sldMk cId="3088484630" sldId="279"/>
            <ac:spMk id="9" creationId="{69B403F6-B552-0C2F-CA9E-9B2C09874272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088484630" sldId="279"/>
            <ac:spMk id="10" creationId="{103587C7-FC6B-06C6-3BB7-3204BB9DDC1C}"/>
          </ac:spMkLst>
        </pc:spChg>
        <pc:picChg chg="mod">
          <ac:chgData name="Paullo Estevam" userId="6a7db5c51fb4b330" providerId="LiveId" clId="{45ACBC25-D423-4DCA-94EA-257A6655DDEA}" dt="2024-11-14T16:21:51.178" v="920" actId="1076"/>
          <ac:picMkLst>
            <pc:docMk/>
            <pc:sldMk cId="3088484630" sldId="279"/>
            <ac:picMk id="6" creationId="{2EC72B73-3D42-7001-B30B-2C2B73B61341}"/>
          </ac:picMkLst>
        </pc:picChg>
        <pc:picChg chg="mod">
          <ac:chgData name="Paullo Estevam" userId="6a7db5c51fb4b330" providerId="LiveId" clId="{45ACBC25-D423-4DCA-94EA-257A6655DDEA}" dt="2024-11-13T12:24:36.638" v="534" actId="1076"/>
          <ac:picMkLst>
            <pc:docMk/>
            <pc:sldMk cId="3088484630" sldId="279"/>
            <ac:picMk id="2050" creationId="{93DF4574-600B-197A-B3D8-7C251BA38612}"/>
          </ac:picMkLst>
        </pc:picChg>
        <pc:picChg chg="mod">
          <ac:chgData name="Paullo Estevam" userId="6a7db5c51fb4b330" providerId="LiveId" clId="{45ACBC25-D423-4DCA-94EA-257A6655DDEA}" dt="2024-11-13T12:24:35.747" v="533" actId="1076"/>
          <ac:picMkLst>
            <pc:docMk/>
            <pc:sldMk cId="3088484630" sldId="279"/>
            <ac:picMk id="6146" creationId="{AEBF4162-9941-2F38-6BDB-E46159220EA3}"/>
          </ac:picMkLst>
        </pc:picChg>
        <pc:picChg chg="mod">
          <ac:chgData name="Paullo Estevam" userId="6a7db5c51fb4b330" providerId="LiveId" clId="{45ACBC25-D423-4DCA-94EA-257A6655DDEA}" dt="2024-11-13T12:24:34.627" v="532" actId="1076"/>
          <ac:picMkLst>
            <pc:docMk/>
            <pc:sldMk cId="3088484630" sldId="279"/>
            <ac:picMk id="6148" creationId="{BCCA9A9A-6D53-22A7-C799-A0132AF1BD34}"/>
          </ac:picMkLst>
        </pc:picChg>
      </pc:sldChg>
      <pc:sldChg chg="modSp mod">
        <pc:chgData name="Paullo Estevam" userId="6a7db5c51fb4b330" providerId="LiveId" clId="{45ACBC25-D423-4DCA-94EA-257A6655DDEA}" dt="2024-11-14T16:21:56.845" v="921" actId="1076"/>
        <pc:sldMkLst>
          <pc:docMk/>
          <pc:sldMk cId="1253586616" sldId="280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253586616" sldId="280"/>
            <ac:spMk id="9" creationId="{69B403F6-B552-0C2F-CA9E-9B2C09874272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253586616" sldId="280"/>
            <ac:spMk id="14" creationId="{4199D458-1630-2B7A-5CBD-8ECA151CC107}"/>
          </ac:spMkLst>
        </pc:spChg>
        <pc:grpChg chg="mod">
          <ac:chgData name="Paullo Estevam" userId="6a7db5c51fb4b330" providerId="LiveId" clId="{45ACBC25-D423-4DCA-94EA-257A6655DDEA}" dt="2024-11-14T16:21:56.845" v="921" actId="1076"/>
          <ac:grpSpMkLst>
            <pc:docMk/>
            <pc:sldMk cId="1253586616" sldId="280"/>
            <ac:grpSpMk id="13" creationId="{693C05B6-1B06-E617-7E93-304E0EFF3AE1}"/>
          </ac:grpSpMkLst>
        </pc:grpChg>
      </pc:sldChg>
      <pc:sldChg chg="modSp mod modShow">
        <pc:chgData name="Paullo Estevam" userId="6a7db5c51fb4b330" providerId="LiveId" clId="{45ACBC25-D423-4DCA-94EA-257A6655DDEA}" dt="2024-11-28T13:04:27.026" v="988" actId="729"/>
        <pc:sldMkLst>
          <pc:docMk/>
          <pc:sldMk cId="3700189217" sldId="281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700189217" sldId="281"/>
            <ac:spMk id="2" creationId="{BE317D3B-8442-5C50-5795-8B611FCAEB28}"/>
          </ac:spMkLst>
        </pc:spChg>
        <pc:spChg chg="mod">
          <ac:chgData name="Paullo Estevam" userId="6a7db5c51fb4b330" providerId="LiveId" clId="{45ACBC25-D423-4DCA-94EA-257A6655DDEA}" dt="2024-11-13T12:10:51.126" v="133" actId="27636"/>
          <ac:spMkLst>
            <pc:docMk/>
            <pc:sldMk cId="3700189217" sldId="281"/>
            <ac:spMk id="3" creationId="{4CC94CD3-286B-3D58-DDCA-23A68FF25E01}"/>
          </ac:spMkLst>
        </pc:spChg>
        <pc:spChg chg="mod">
          <ac:chgData name="Paullo Estevam" userId="6a7db5c51fb4b330" providerId="LiveId" clId="{45ACBC25-D423-4DCA-94EA-257A6655DDEA}" dt="2024-11-13T12:13:40.631" v="333" actId="27636"/>
          <ac:spMkLst>
            <pc:docMk/>
            <pc:sldMk cId="3700189217" sldId="281"/>
            <ac:spMk id="4" creationId="{9FE13B5D-309E-B3D4-118C-6F3098F6815E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700189217" sldId="281"/>
            <ac:spMk id="6" creationId="{07E1B9AC-26D0-66BF-A9BE-AA9F23853D0D}"/>
          </ac:spMkLst>
        </pc:sp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574822534" sldId="282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574822534" sldId="282"/>
            <ac:spMk id="2" creationId="{085950A0-6591-76A8-7816-E6801AAB4904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574822534" sldId="282"/>
            <ac:spMk id="3" creationId="{6EE63A37-CC2E-BB72-1EB3-DDD9E9297504}"/>
          </ac:spMkLst>
        </pc:spChg>
        <pc:spChg chg="mod">
          <ac:chgData name="Paullo Estevam" userId="6a7db5c51fb4b330" providerId="LiveId" clId="{45ACBC25-D423-4DCA-94EA-257A6655DDEA}" dt="2024-11-13T12:15:15.063" v="398" actId="108"/>
          <ac:spMkLst>
            <pc:docMk/>
            <pc:sldMk cId="574822534" sldId="282"/>
            <ac:spMk id="7" creationId="{CF19173B-E839-9A30-A6CD-DC2C41C39078}"/>
          </ac:spMkLst>
        </pc:spChg>
        <pc:picChg chg="mod">
          <ac:chgData name="Paullo Estevam" userId="6a7db5c51fb4b330" providerId="LiveId" clId="{45ACBC25-D423-4DCA-94EA-257A6655DDEA}" dt="2024-11-13T12:14:36.553" v="390" actId="1036"/>
          <ac:picMkLst>
            <pc:docMk/>
            <pc:sldMk cId="574822534" sldId="282"/>
            <ac:picMk id="2050" creationId="{401EA0B4-B948-9CD8-C875-CC6AFD5D0E67}"/>
          </ac:picMkLst>
        </pc:picChg>
        <pc:picChg chg="mod">
          <ac:chgData name="Paullo Estevam" userId="6a7db5c51fb4b330" providerId="LiveId" clId="{45ACBC25-D423-4DCA-94EA-257A6655DDEA}" dt="2024-11-13T12:14:36.553" v="390" actId="1036"/>
          <ac:picMkLst>
            <pc:docMk/>
            <pc:sldMk cId="574822534" sldId="282"/>
            <ac:picMk id="2056" creationId="{8384B2E6-E0C9-FA33-8D15-CA7533405733}"/>
          </ac:picMkLst>
        </pc:picChg>
        <pc:picChg chg="mod">
          <ac:chgData name="Paullo Estevam" userId="6a7db5c51fb4b330" providerId="LiveId" clId="{45ACBC25-D423-4DCA-94EA-257A6655DDEA}" dt="2024-11-13T12:14:36.553" v="390" actId="1036"/>
          <ac:picMkLst>
            <pc:docMk/>
            <pc:sldMk cId="574822534" sldId="282"/>
            <ac:picMk id="2058" creationId="{4872EE2D-EBDC-6627-9CAE-57E1D067ED0E}"/>
          </ac:picMkLst>
        </pc:picChg>
      </pc:sldChg>
      <pc:sldChg chg="addSp delSp modSp mod">
        <pc:chgData name="Paullo Estevam" userId="6a7db5c51fb4b330" providerId="LiveId" clId="{45ACBC25-D423-4DCA-94EA-257A6655DDEA}" dt="2024-11-28T13:16:04.555" v="1178" actId="20577"/>
        <pc:sldMkLst>
          <pc:docMk/>
          <pc:sldMk cId="1134790476" sldId="284"/>
        </pc:sldMkLst>
        <pc:spChg chg="del mod">
          <ac:chgData name="Paullo Estevam" userId="6a7db5c51fb4b330" providerId="LiveId" clId="{45ACBC25-D423-4DCA-94EA-257A6655DDEA}" dt="2024-11-13T12:23:12.898" v="505" actId="478"/>
          <ac:spMkLst>
            <pc:docMk/>
            <pc:sldMk cId="1134790476" sldId="284"/>
            <ac:spMk id="2" creationId="{BA43EBDC-0BA9-9719-4B18-7745A3EC0867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134790476" sldId="284"/>
            <ac:spMk id="4" creationId="{0D1ADBBE-255E-2E5C-66A3-24707294E213}"/>
          </ac:spMkLst>
        </pc:spChg>
        <pc:spChg chg="add del mod">
          <ac:chgData name="Paullo Estevam" userId="6a7db5c51fb4b330" providerId="LiveId" clId="{45ACBC25-D423-4DCA-94EA-257A6655DDEA}" dt="2024-11-13T12:23:40.556" v="513" actId="478"/>
          <ac:spMkLst>
            <pc:docMk/>
            <pc:sldMk cId="1134790476" sldId="284"/>
            <ac:spMk id="5" creationId="{D5AB748B-6C9D-2FF7-48E5-ADCB31AB91CA}"/>
          </ac:spMkLst>
        </pc:spChg>
        <pc:spChg chg="mod">
          <ac:chgData name="Paullo Estevam" userId="6a7db5c51fb4b330" providerId="LiveId" clId="{45ACBC25-D423-4DCA-94EA-257A6655DDEA}" dt="2024-11-28T13:16:04.555" v="1178" actId="20577"/>
          <ac:spMkLst>
            <pc:docMk/>
            <pc:sldMk cId="1134790476" sldId="284"/>
            <ac:spMk id="8" creationId="{9CF6F2B8-F3B2-9C21-F6AA-C2574A1CE95A}"/>
          </ac:spMkLst>
        </pc:spChg>
        <pc:picChg chg="add del mod">
          <ac:chgData name="Paullo Estevam" userId="6a7db5c51fb4b330" providerId="LiveId" clId="{45ACBC25-D423-4DCA-94EA-257A6655DDEA}" dt="2024-11-13T12:23:36.609" v="512" actId="14100"/>
          <ac:picMkLst>
            <pc:docMk/>
            <pc:sldMk cId="1134790476" sldId="284"/>
            <ac:picMk id="10" creationId="{98DF3A3E-BB44-97FF-7AE9-BD064CD24139}"/>
          </ac:picMkLst>
        </pc:picChg>
      </pc:sldChg>
      <pc:sldChg chg="delSp modSp mod">
        <pc:chgData name="Paullo Estevam" userId="6a7db5c51fb4b330" providerId="LiveId" clId="{45ACBC25-D423-4DCA-94EA-257A6655DDEA}" dt="2024-11-13T12:27:06.336" v="577"/>
        <pc:sldMkLst>
          <pc:docMk/>
          <pc:sldMk cId="267124703" sldId="285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267124703" sldId="285"/>
            <ac:spMk id="4" creationId="{0D1ADBBE-255E-2E5C-66A3-24707294E213}"/>
          </ac:spMkLst>
        </pc:spChg>
        <pc:spChg chg="del mod">
          <ac:chgData name="Paullo Estevam" userId="6a7db5c51fb4b330" providerId="LiveId" clId="{45ACBC25-D423-4DCA-94EA-257A6655DDEA}" dt="2024-11-13T12:23:46.406" v="514" actId="478"/>
          <ac:spMkLst>
            <pc:docMk/>
            <pc:sldMk cId="267124703" sldId="285"/>
            <ac:spMk id="6" creationId="{551745F1-12B5-131D-3E71-555041A3D65A}"/>
          </ac:spMkLst>
        </pc:spChg>
        <pc:picChg chg="mod">
          <ac:chgData name="Paullo Estevam" userId="6a7db5c51fb4b330" providerId="LiveId" clId="{45ACBC25-D423-4DCA-94EA-257A6655DDEA}" dt="2024-11-13T12:23:52.016" v="516" actId="14100"/>
          <ac:picMkLst>
            <pc:docMk/>
            <pc:sldMk cId="267124703" sldId="285"/>
            <ac:picMk id="12" creationId="{53778191-52F4-BDCC-5E00-76EE91F2B880}"/>
          </ac:picMkLst>
        </pc:picChg>
      </pc:sldChg>
      <pc:sldChg chg="addSp delSp modSp mod">
        <pc:chgData name="Paullo Estevam" userId="6a7db5c51fb4b330" providerId="LiveId" clId="{45ACBC25-D423-4DCA-94EA-257A6655DDEA}" dt="2024-11-28T13:11:11.612" v="1084" actId="1076"/>
        <pc:sldMkLst>
          <pc:docMk/>
          <pc:sldMk cId="1407811282" sldId="286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407811282" sldId="286"/>
            <ac:spMk id="3" creationId="{3E936312-2EEB-25F8-886C-2C0C5EE79D21}"/>
          </ac:spMkLst>
        </pc:spChg>
        <pc:spChg chg="mod">
          <ac:chgData name="Paullo Estevam" userId="6a7db5c51fb4b330" providerId="LiveId" clId="{45ACBC25-D423-4DCA-94EA-257A6655DDEA}" dt="2024-11-28T13:11:11.612" v="1084" actId="1076"/>
          <ac:spMkLst>
            <pc:docMk/>
            <pc:sldMk cId="1407811282" sldId="286"/>
            <ac:spMk id="4" creationId="{88BA4916-F61D-DF0A-D8A1-2866CDA13591}"/>
          </ac:spMkLst>
        </pc:spChg>
        <pc:spChg chg="add mod">
          <ac:chgData name="Paullo Estevam" userId="6a7db5c51fb4b330" providerId="LiveId" clId="{45ACBC25-D423-4DCA-94EA-257A6655DDEA}" dt="2024-11-13T12:19:13.528" v="438"/>
          <ac:spMkLst>
            <pc:docMk/>
            <pc:sldMk cId="1407811282" sldId="286"/>
            <ac:spMk id="5" creationId="{008BAE53-3477-AF04-0C3A-C89FC1AF6A41}"/>
          </ac:spMkLst>
        </pc:spChg>
        <pc:spChg chg="del mod">
          <ac:chgData name="Paullo Estevam" userId="6a7db5c51fb4b330" providerId="LiveId" clId="{45ACBC25-D423-4DCA-94EA-257A6655DDEA}" dt="2024-11-13T12:19:18.432" v="440" actId="478"/>
          <ac:spMkLst>
            <pc:docMk/>
            <pc:sldMk cId="1407811282" sldId="286"/>
            <ac:spMk id="6" creationId="{4088FCE8-CA56-7F79-4A27-F87BFB3432A1}"/>
          </ac:spMkLst>
        </pc:spChg>
        <pc:spChg chg="add del mod">
          <ac:chgData name="Paullo Estevam" userId="6a7db5c51fb4b330" providerId="LiveId" clId="{45ACBC25-D423-4DCA-94EA-257A6655DDEA}" dt="2024-11-13T12:19:30.242" v="442" actId="478"/>
          <ac:spMkLst>
            <pc:docMk/>
            <pc:sldMk cId="1407811282" sldId="286"/>
            <ac:spMk id="9" creationId="{9A5186D8-6A2E-DB54-0162-D187F7B764C3}"/>
          </ac:spMkLst>
        </pc:spChg>
        <pc:picChg chg="mod">
          <ac:chgData name="Paullo Estevam" userId="6a7db5c51fb4b330" providerId="LiveId" clId="{45ACBC25-D423-4DCA-94EA-257A6655DDEA}" dt="2024-11-14T16:21:07.894" v="903" actId="14100"/>
          <ac:picMkLst>
            <pc:docMk/>
            <pc:sldMk cId="1407811282" sldId="286"/>
            <ac:picMk id="8" creationId="{87016D20-62BA-F5EA-31AA-83BA85C5598A}"/>
          </ac:picMkLst>
        </pc:picChg>
      </pc:sldChg>
      <pc:sldChg chg="modSp mod modAnim">
        <pc:chgData name="Paullo Estevam" userId="6a7db5c51fb4b330" providerId="LiveId" clId="{45ACBC25-D423-4DCA-94EA-257A6655DDEA}" dt="2024-11-14T16:27:07.443" v="983"/>
        <pc:sldMkLst>
          <pc:docMk/>
          <pc:sldMk cId="1223052657" sldId="289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223052657" sldId="289"/>
            <ac:spMk id="2" creationId="{085950A0-6591-76A8-7816-E6801AAB4904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223052657" sldId="289"/>
            <ac:spMk id="3" creationId="{6EE63A37-CC2E-BB72-1EB3-DDD9E9297504}"/>
          </ac:spMkLst>
        </pc:spChg>
        <pc:picChg chg="mod">
          <ac:chgData name="Paullo Estevam" userId="6a7db5c51fb4b330" providerId="LiveId" clId="{45ACBC25-D423-4DCA-94EA-257A6655DDEA}" dt="2024-11-14T15:29:39.737" v="710" actId="1076"/>
          <ac:picMkLst>
            <pc:docMk/>
            <pc:sldMk cId="1223052657" sldId="289"/>
            <ac:picMk id="3074" creationId="{7E476D77-8B6D-896A-7F16-CA9549D706C2}"/>
          </ac:picMkLst>
        </pc:picChg>
      </pc:sldChg>
      <pc:sldChg chg="modSp mod ord">
        <pc:chgData name="Paullo Estevam" userId="6a7db5c51fb4b330" providerId="LiveId" clId="{45ACBC25-D423-4DCA-94EA-257A6655DDEA}" dt="2024-11-14T14:44:45.257" v="646" actId="6549"/>
        <pc:sldMkLst>
          <pc:docMk/>
          <pc:sldMk cId="2254859679" sldId="291"/>
        </pc:sldMkLst>
        <pc:spChg chg="mod">
          <ac:chgData name="Paullo Estevam" userId="6a7db5c51fb4b330" providerId="LiveId" clId="{45ACBC25-D423-4DCA-94EA-257A6655DDEA}" dt="2024-11-13T12:26:58.553" v="549" actId="207"/>
          <ac:spMkLst>
            <pc:docMk/>
            <pc:sldMk cId="2254859679" sldId="291"/>
            <ac:spMk id="2" creationId="{085950A0-6591-76A8-7816-E6801AAB4904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2254859679" sldId="291"/>
            <ac:spMk id="3" creationId="{6EE63A37-CC2E-BB72-1EB3-DDD9E9297504}"/>
          </ac:spMkLst>
        </pc:spChg>
        <pc:spChg chg="mod">
          <ac:chgData name="Paullo Estevam" userId="6a7db5c51fb4b330" providerId="LiveId" clId="{45ACBC25-D423-4DCA-94EA-257A6655DDEA}" dt="2024-11-14T14:44:45.257" v="646" actId="6549"/>
          <ac:spMkLst>
            <pc:docMk/>
            <pc:sldMk cId="2254859679" sldId="291"/>
            <ac:spMk id="7" creationId="{CF19173B-E839-9A30-A6CD-DC2C41C39078}"/>
          </ac:spMkLst>
        </pc:spChg>
        <pc:picChg chg="mod">
          <ac:chgData name="Paullo Estevam" userId="6a7db5c51fb4b330" providerId="LiveId" clId="{45ACBC25-D423-4DCA-94EA-257A6655DDEA}" dt="2024-11-13T12:13:15.545" v="324" actId="1038"/>
          <ac:picMkLst>
            <pc:docMk/>
            <pc:sldMk cId="2254859679" sldId="291"/>
            <ac:picMk id="2050" creationId="{401EA0B4-B948-9CD8-C875-CC6AFD5D0E67}"/>
          </ac:picMkLst>
        </pc:picChg>
        <pc:picChg chg="mod">
          <ac:chgData name="Paullo Estevam" userId="6a7db5c51fb4b330" providerId="LiveId" clId="{45ACBC25-D423-4DCA-94EA-257A6655DDEA}" dt="2024-11-13T12:13:15.545" v="324" actId="1038"/>
          <ac:picMkLst>
            <pc:docMk/>
            <pc:sldMk cId="2254859679" sldId="291"/>
            <ac:picMk id="2056" creationId="{8384B2E6-E0C9-FA33-8D15-CA7533405733}"/>
          </ac:picMkLst>
        </pc:picChg>
        <pc:picChg chg="mod">
          <ac:chgData name="Paullo Estevam" userId="6a7db5c51fb4b330" providerId="LiveId" clId="{45ACBC25-D423-4DCA-94EA-257A6655DDEA}" dt="2024-11-13T12:13:15.545" v="324" actId="1038"/>
          <ac:picMkLst>
            <pc:docMk/>
            <pc:sldMk cId="2254859679" sldId="291"/>
            <ac:picMk id="2058" creationId="{4872EE2D-EBDC-6627-9CAE-57E1D067ED0E}"/>
          </ac:picMkLst>
        </pc:picChg>
      </pc:sldChg>
      <pc:sldChg chg="addSp delSp modSp new mod">
        <pc:chgData name="Paullo Estevam" userId="6a7db5c51fb4b330" providerId="LiveId" clId="{45ACBC25-D423-4DCA-94EA-257A6655DDEA}" dt="2024-11-28T14:58:29.874" v="1412"/>
        <pc:sldMkLst>
          <pc:docMk/>
          <pc:sldMk cId="2992196821" sldId="292"/>
        </pc:sldMkLst>
        <pc:spChg chg="mod">
          <ac:chgData name="Paullo Estevam" userId="6a7db5c51fb4b330" providerId="LiveId" clId="{45ACBC25-D423-4DCA-94EA-257A6655DDEA}" dt="2024-11-28T14:58:29.874" v="1412"/>
          <ac:spMkLst>
            <pc:docMk/>
            <pc:sldMk cId="2992196821" sldId="292"/>
            <ac:spMk id="2" creationId="{C707AC79-FCB7-B514-9B21-01ACFF36511E}"/>
          </ac:spMkLst>
        </pc:spChg>
        <pc:spChg chg="del mod">
          <ac:chgData name="Paullo Estevam" userId="6a7db5c51fb4b330" providerId="LiveId" clId="{45ACBC25-D423-4DCA-94EA-257A6655DDEA}" dt="2024-11-28T14:09:02.684" v="1191" actId="478"/>
          <ac:spMkLst>
            <pc:docMk/>
            <pc:sldMk cId="2992196821" sldId="292"/>
            <ac:spMk id="3" creationId="{16AFF001-FFCB-E48E-7C92-E34651D01060}"/>
          </ac:spMkLst>
        </pc:spChg>
        <pc:spChg chg="add del mod">
          <ac:chgData name="Paullo Estevam" userId="6a7db5c51fb4b330" providerId="LiveId" clId="{45ACBC25-D423-4DCA-94EA-257A6655DDEA}" dt="2024-11-28T14:09:05.168" v="1192" actId="478"/>
          <ac:spMkLst>
            <pc:docMk/>
            <pc:sldMk cId="2992196821" sldId="292"/>
            <ac:spMk id="6" creationId="{4266C0AE-1F61-4BF7-9B51-B5D4F647D57A}"/>
          </ac:spMkLst>
        </pc:spChg>
        <pc:spChg chg="add mod">
          <ac:chgData name="Paullo Estevam" userId="6a7db5c51fb4b330" providerId="LiveId" clId="{45ACBC25-D423-4DCA-94EA-257A6655DDEA}" dt="2024-11-28T14:33:53.119" v="1394" actId="1076"/>
          <ac:spMkLst>
            <pc:docMk/>
            <pc:sldMk cId="2992196821" sldId="292"/>
            <ac:spMk id="7" creationId="{8DDD7475-027A-4D16-E1DD-54EFCB229DE1}"/>
          </ac:spMkLst>
        </pc:spChg>
        <pc:spChg chg="add mod">
          <ac:chgData name="Paullo Estevam" userId="6a7db5c51fb4b330" providerId="LiveId" clId="{45ACBC25-D423-4DCA-94EA-257A6655DDEA}" dt="2024-11-28T14:13:25.801" v="1293" actId="1076"/>
          <ac:spMkLst>
            <pc:docMk/>
            <pc:sldMk cId="2992196821" sldId="292"/>
            <ac:spMk id="8" creationId="{3D5F6503-8C48-0BAB-9730-E9FEB2BC0C5A}"/>
          </ac:spMkLst>
        </pc:spChg>
        <pc:spChg chg="add mod">
          <ac:chgData name="Paullo Estevam" userId="6a7db5c51fb4b330" providerId="LiveId" clId="{45ACBC25-D423-4DCA-94EA-257A6655DDEA}" dt="2024-11-28T14:49:43.956" v="1408" actId="1076"/>
          <ac:spMkLst>
            <pc:docMk/>
            <pc:sldMk cId="2992196821" sldId="292"/>
            <ac:spMk id="9" creationId="{AA941EF1-A8B4-9E5D-6EE0-CE48A1FFD42A}"/>
          </ac:spMkLst>
        </pc:spChg>
        <pc:spChg chg="add mod">
          <ac:chgData name="Paullo Estevam" userId="6a7db5c51fb4b330" providerId="LiveId" clId="{45ACBC25-D423-4DCA-94EA-257A6655DDEA}" dt="2024-11-28T14:49:02.677" v="1407" actId="2085"/>
          <ac:spMkLst>
            <pc:docMk/>
            <pc:sldMk cId="2992196821" sldId="292"/>
            <ac:spMk id="10" creationId="{DC40A203-B98B-BB56-BF63-E0DFAE613EF9}"/>
          </ac:spMkLst>
        </pc:spChg>
        <pc:spChg chg="add mod">
          <ac:chgData name="Paullo Estevam" userId="6a7db5c51fb4b330" providerId="LiveId" clId="{45ACBC25-D423-4DCA-94EA-257A6655DDEA}" dt="2024-11-28T14:48:52.080" v="1405" actId="13822"/>
          <ac:spMkLst>
            <pc:docMk/>
            <pc:sldMk cId="2992196821" sldId="292"/>
            <ac:spMk id="11" creationId="{1918B243-2B0C-6E05-49C3-83BE21558A32}"/>
          </ac:spMkLst>
        </pc:spChg>
        <pc:spChg chg="add mod">
          <ac:chgData name="Paullo Estevam" userId="6a7db5c51fb4b330" providerId="LiveId" clId="{45ACBC25-D423-4DCA-94EA-257A6655DDEA}" dt="2024-11-28T14:14:29.735" v="1317" actId="404"/>
          <ac:spMkLst>
            <pc:docMk/>
            <pc:sldMk cId="2992196821" sldId="292"/>
            <ac:spMk id="12" creationId="{CC9227C0-3BEB-0256-DAD5-147BAA2A7EE4}"/>
          </ac:spMkLst>
        </pc:spChg>
        <pc:spChg chg="add mod">
          <ac:chgData name="Paullo Estevam" userId="6a7db5c51fb4b330" providerId="LiveId" clId="{45ACBC25-D423-4DCA-94EA-257A6655DDEA}" dt="2024-11-28T14:48:36.490" v="1401" actId="1076"/>
          <ac:spMkLst>
            <pc:docMk/>
            <pc:sldMk cId="2992196821" sldId="292"/>
            <ac:spMk id="13" creationId="{A5BFDC18-5CDE-B7CA-A601-984612469424}"/>
          </ac:spMkLst>
        </pc:spChg>
        <pc:spChg chg="add mod">
          <ac:chgData name="Paullo Estevam" userId="6a7db5c51fb4b330" providerId="LiveId" clId="{45ACBC25-D423-4DCA-94EA-257A6655DDEA}" dt="2024-11-28T14:33:54.770" v="1395" actId="1076"/>
          <ac:spMkLst>
            <pc:docMk/>
            <pc:sldMk cId="2992196821" sldId="292"/>
            <ac:spMk id="14" creationId="{409E7574-5759-DEE8-7DAA-570F9E03735B}"/>
          </ac:spMkLst>
        </pc:spChg>
        <pc:spChg chg="add mod">
          <ac:chgData name="Paullo Estevam" userId="6a7db5c51fb4b330" providerId="LiveId" clId="{45ACBC25-D423-4DCA-94EA-257A6655DDEA}" dt="2024-11-28T14:32:32.275" v="1382" actId="1076"/>
          <ac:spMkLst>
            <pc:docMk/>
            <pc:sldMk cId="2992196821" sldId="292"/>
            <ac:spMk id="15" creationId="{56B58140-210F-C5A4-9696-D7348A40F574}"/>
          </ac:spMkLst>
        </pc:spChg>
        <pc:spChg chg="add mod">
          <ac:chgData name="Paullo Estevam" userId="6a7db5c51fb4b330" providerId="LiveId" clId="{45ACBC25-D423-4DCA-94EA-257A6655DDEA}" dt="2024-11-28T14:10:48.396" v="1229"/>
          <ac:spMkLst>
            <pc:docMk/>
            <pc:sldMk cId="2992196821" sldId="292"/>
            <ac:spMk id="16" creationId="{6F86BE40-F772-2040-DAE0-9F55C10D8D5A}"/>
          </ac:spMkLst>
        </pc:spChg>
        <pc:spChg chg="add mod">
          <ac:chgData name="Paullo Estevam" userId="6a7db5c51fb4b330" providerId="LiveId" clId="{45ACBC25-D423-4DCA-94EA-257A6655DDEA}" dt="2024-11-28T14:32:49.480" v="1391" actId="403"/>
          <ac:spMkLst>
            <pc:docMk/>
            <pc:sldMk cId="2992196821" sldId="292"/>
            <ac:spMk id="17" creationId="{F175F923-9005-198D-E562-A4807F708C56}"/>
          </ac:spMkLst>
        </pc:spChg>
        <pc:spChg chg="add mod">
          <ac:chgData name="Paullo Estevam" userId="6a7db5c51fb4b330" providerId="LiveId" clId="{45ACBC25-D423-4DCA-94EA-257A6655DDEA}" dt="2024-11-28T14:48:02.263" v="1398" actId="1076"/>
          <ac:spMkLst>
            <pc:docMk/>
            <pc:sldMk cId="2992196821" sldId="292"/>
            <ac:spMk id="18" creationId="{941933F5-2195-5642-AC0F-B3F59388DF01}"/>
          </ac:spMkLst>
        </pc:spChg>
        <pc:spChg chg="add mod">
          <ac:chgData name="Paullo Estevam" userId="6a7db5c51fb4b330" providerId="LiveId" clId="{45ACBC25-D423-4DCA-94EA-257A6655DDEA}" dt="2024-11-28T14:27:27.574" v="1342" actId="1076"/>
          <ac:spMkLst>
            <pc:docMk/>
            <pc:sldMk cId="2992196821" sldId="292"/>
            <ac:spMk id="19" creationId="{66EAB202-AC73-968D-810E-3C187AF1D0E8}"/>
          </ac:spMkLst>
        </pc:spChg>
        <pc:spChg chg="add mod">
          <ac:chgData name="Paullo Estevam" userId="6a7db5c51fb4b330" providerId="LiveId" clId="{45ACBC25-D423-4DCA-94EA-257A6655DDEA}" dt="2024-11-28T14:33:50.096" v="1393" actId="1076"/>
          <ac:spMkLst>
            <pc:docMk/>
            <pc:sldMk cId="2992196821" sldId="292"/>
            <ac:spMk id="20" creationId="{648DE3C0-31A3-AC6A-CF2D-390F13490BE8}"/>
          </ac:spMkLst>
        </pc:spChg>
        <pc:spChg chg="add mod">
          <ac:chgData name="Paullo Estevam" userId="6a7db5c51fb4b330" providerId="LiveId" clId="{45ACBC25-D423-4DCA-94EA-257A6655DDEA}" dt="2024-11-28T14:48:08.780" v="1399" actId="13822"/>
          <ac:spMkLst>
            <pc:docMk/>
            <pc:sldMk cId="2992196821" sldId="292"/>
            <ac:spMk id="21" creationId="{F0A28FDB-3139-F002-217A-9610717EDE22}"/>
          </ac:spMkLst>
        </pc:spChg>
      </pc:sldChg>
      <pc:sldChg chg="modSp new del mod">
        <pc:chgData name="Paullo Estevam" userId="6a7db5c51fb4b330" providerId="LiveId" clId="{45ACBC25-D423-4DCA-94EA-257A6655DDEA}" dt="2024-11-28T13:13:11.491" v="1129" actId="680"/>
        <pc:sldMkLst>
          <pc:docMk/>
          <pc:sldMk cId="3303038556" sldId="292"/>
        </pc:sldMkLst>
        <pc:spChg chg="mod">
          <ac:chgData name="Paullo Estevam" userId="6a7db5c51fb4b330" providerId="LiveId" clId="{45ACBC25-D423-4DCA-94EA-257A6655DDEA}" dt="2024-11-28T13:13:10.701" v="1128" actId="20577"/>
          <ac:spMkLst>
            <pc:docMk/>
            <pc:sldMk cId="3303038556" sldId="292"/>
            <ac:spMk id="2" creationId="{DE9D70B7-7554-5FF1-4DAA-077ACA8F2428}"/>
          </ac:spMkLst>
        </pc:spChg>
      </pc:sldChg>
    </pc:docChg>
  </pc:docChgLst>
  <pc:docChgLst>
    <pc:chgData name="Paullo Estevam" userId="6a7db5c51fb4b330" providerId="LiveId" clId="{9B366D1B-2188-42BD-90A9-56F4B0707587}"/>
    <pc:docChg chg="custSel addSld delSld modSld">
      <pc:chgData name="Paullo Estevam" userId="6a7db5c51fb4b330" providerId="LiveId" clId="{9B366D1B-2188-42BD-90A9-56F4B0707587}" dt="2024-06-19T02:35:56.700" v="17" actId="21"/>
      <pc:docMkLst>
        <pc:docMk/>
      </pc:docMkLst>
      <pc:sldChg chg="modSp mod">
        <pc:chgData name="Paullo Estevam" userId="6a7db5c51fb4b330" providerId="LiveId" clId="{9B366D1B-2188-42BD-90A9-56F4B0707587}" dt="2024-06-19T02:35:56.700" v="17" actId="21"/>
        <pc:sldMkLst>
          <pc:docMk/>
          <pc:sldMk cId="1290119849" sldId="261"/>
        </pc:sldMkLst>
        <pc:spChg chg="mod">
          <ac:chgData name="Paullo Estevam" userId="6a7db5c51fb4b330" providerId="LiveId" clId="{9B366D1B-2188-42BD-90A9-56F4B0707587}" dt="2024-06-19T02:35:56.700" v="17" actId="21"/>
          <ac:spMkLst>
            <pc:docMk/>
            <pc:sldMk cId="1290119849" sldId="261"/>
            <ac:spMk id="4" creationId="{502A25B4-F6DD-3B9B-FD1D-7E82E9521C7F}"/>
          </ac:spMkLst>
        </pc:spChg>
      </pc:sldChg>
      <pc:sldChg chg="delSp modSp mod">
        <pc:chgData name="Paullo Estevam" userId="6a7db5c51fb4b330" providerId="LiveId" clId="{9B366D1B-2188-42BD-90A9-56F4B0707587}" dt="2024-06-19T02:33:09.986" v="13" actId="21"/>
        <pc:sldMkLst>
          <pc:docMk/>
          <pc:sldMk cId="1445619718" sldId="277"/>
        </pc:sldMkLst>
        <pc:picChg chg="del mod">
          <ac:chgData name="Paullo Estevam" userId="6a7db5c51fb4b330" providerId="LiveId" clId="{9B366D1B-2188-42BD-90A9-56F4B0707587}" dt="2024-06-19T02:33:09.986" v="13" actId="21"/>
          <ac:picMkLst>
            <pc:docMk/>
            <pc:sldMk cId="1445619718" sldId="277"/>
            <ac:picMk id="9" creationId="{A5B5A855-9338-C4D7-D523-598B08627AF9}"/>
          </ac:picMkLst>
        </pc:picChg>
        <pc:picChg chg="del">
          <ac:chgData name="Paullo Estevam" userId="6a7db5c51fb4b330" providerId="LiveId" clId="{9B366D1B-2188-42BD-90A9-56F4B0707587}" dt="2024-06-19T02:33:03.289" v="11" actId="21"/>
          <ac:picMkLst>
            <pc:docMk/>
            <pc:sldMk cId="1445619718" sldId="277"/>
            <ac:picMk id="11" creationId="{A7EC2EA1-DF96-DBA8-44E8-B43D8A193314}"/>
          </ac:picMkLst>
        </pc:picChg>
      </pc:sldChg>
      <pc:sldChg chg="modSp mod">
        <pc:chgData name="Paullo Estevam" userId="6a7db5c51fb4b330" providerId="LiveId" clId="{9B366D1B-2188-42BD-90A9-56F4B0707587}" dt="2024-06-19T02:35:16.499" v="15" actId="404"/>
        <pc:sldMkLst>
          <pc:docMk/>
          <pc:sldMk cId="1407811282" sldId="286"/>
        </pc:sldMkLst>
        <pc:spChg chg="mod">
          <ac:chgData name="Paullo Estevam" userId="6a7db5c51fb4b330" providerId="LiveId" clId="{9B366D1B-2188-42BD-90A9-56F4B0707587}" dt="2024-06-19T02:35:16.499" v="15" actId="404"/>
          <ac:spMkLst>
            <pc:docMk/>
            <pc:sldMk cId="1407811282" sldId="286"/>
            <ac:spMk id="2" creationId="{5F903F5C-8A85-AEF1-9225-93EEC4561965}"/>
          </ac:spMkLst>
        </pc:spChg>
      </pc:sldChg>
      <pc:sldChg chg="delSp modSp add del mod">
        <pc:chgData name="Paullo Estevam" userId="6a7db5c51fb4b330" providerId="LiveId" clId="{9B366D1B-2188-42BD-90A9-56F4B0707587}" dt="2024-06-19T02:32:56.881" v="10" actId="2696"/>
        <pc:sldMkLst>
          <pc:docMk/>
          <pc:sldMk cId="4089819982" sldId="292"/>
        </pc:sldMkLst>
        <pc:picChg chg="mod">
          <ac:chgData name="Paullo Estevam" userId="6a7db5c51fb4b330" providerId="LiveId" clId="{9B366D1B-2188-42BD-90A9-56F4B0707587}" dt="2024-06-19T02:32:37.257" v="7" actId="1076"/>
          <ac:picMkLst>
            <pc:docMk/>
            <pc:sldMk cId="4089819982" sldId="292"/>
            <ac:picMk id="9" creationId="{A5B5A855-9338-C4D7-D523-598B08627AF9}"/>
          </ac:picMkLst>
        </pc:picChg>
        <pc:picChg chg="mod">
          <ac:chgData name="Paullo Estevam" userId="6a7db5c51fb4b330" providerId="LiveId" clId="{9B366D1B-2188-42BD-90A9-56F4B0707587}" dt="2024-06-19T02:32:42.176" v="9" actId="14100"/>
          <ac:picMkLst>
            <pc:docMk/>
            <pc:sldMk cId="4089819982" sldId="292"/>
            <ac:picMk id="11" creationId="{A7EC2EA1-DF96-DBA8-44E8-B43D8A193314}"/>
          </ac:picMkLst>
        </pc:picChg>
        <pc:picChg chg="del">
          <ac:chgData name="Paullo Estevam" userId="6a7db5c51fb4b330" providerId="LiveId" clId="{9B366D1B-2188-42BD-90A9-56F4B0707587}" dt="2024-06-19T02:32:23.352" v="1" actId="478"/>
          <ac:picMkLst>
            <pc:docMk/>
            <pc:sldMk cId="4089819982" sldId="292"/>
            <ac:picMk id="1026" creationId="{751406B4-BDFB-2221-A4B4-ED98D2ED234D}"/>
          </ac:picMkLst>
        </pc:picChg>
      </pc:sldChg>
    </pc:docChg>
  </pc:docChgLst>
  <pc:docChgLst>
    <pc:chgData name="Paullo Estevam" userId="6a7db5c51fb4b330" providerId="LiveId" clId="{00BCF662-E2EB-49CE-80E6-822850064A1C}"/>
    <pc:docChg chg="addSld modSld sldOrd">
      <pc:chgData name="Paullo Estevam" userId="6a7db5c51fb4b330" providerId="LiveId" clId="{00BCF662-E2EB-49CE-80E6-822850064A1C}" dt="2024-04-22T00:22:43.690" v="127" actId="20577"/>
      <pc:docMkLst>
        <pc:docMk/>
      </pc:docMkLst>
      <pc:sldChg chg="addSp delSp modSp delDesignElem">
        <pc:chgData name="Paullo Estevam" userId="6a7db5c51fb4b330" providerId="LiveId" clId="{00BCF662-E2EB-49CE-80E6-822850064A1C}" dt="2024-04-22T00:11:11.375" v="126"/>
        <pc:sldMkLst>
          <pc:docMk/>
          <pc:sldMk cId="938926697" sldId="256"/>
        </pc:sldMkLst>
        <pc:spChg chg="del">
          <ac:chgData name="Paullo Estevam" userId="6a7db5c51fb4b330" providerId="LiveId" clId="{00BCF662-E2EB-49CE-80E6-822850064A1C}" dt="2024-04-21T23:14:01.462" v="66"/>
          <ac:spMkLst>
            <pc:docMk/>
            <pc:sldMk cId="938926697" sldId="256"/>
            <ac:spMk id="4" creationId="{6ED71E78-DD1A-F662-6F12-61D2EB486E90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938926697" sldId="256"/>
            <ac:spMk id="5" creationId="{441873BE-7D4C-4604-E7E3-95B43C1BAD0B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097" creationId="{3DAC0C92-199E-475C-9390-119A9B027276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099" creationId="{C4CFB339-0ED8-4FE2-9EF1-6D1375B8499B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101" creationId="{31896C80-2069-4431-9C19-83B913734490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103" creationId="{BF120A21-0841-4823-B0C4-28AEBCEF9B78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105" creationId="{DBB05BAE-BBD3-4289-899F-A6851503C6B0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107" creationId="{9874D11C-36F5-4BBE-A490-019A54E953B0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111" creationId="{3F088236-D655-4F88-B238-E16762358025}"/>
          </ac:spMkLst>
        </pc:spChg>
        <pc:grpChg chg="del">
          <ac:chgData name="Paullo Estevam" userId="6a7db5c51fb4b330" providerId="LiveId" clId="{00BCF662-E2EB-49CE-80E6-822850064A1C}" dt="2024-04-22T00:10:08.294" v="117"/>
          <ac:grpSpMkLst>
            <pc:docMk/>
            <pc:sldMk cId="938926697" sldId="256"/>
            <ac:grpSpMk id="3098" creationId="{10BE40E3-5550-4CDD-B4FD-387C33EBF157}"/>
          </ac:grpSpMkLst>
        </pc:grpChg>
        <pc:picChg chg="add">
          <ac:chgData name="Paullo Estevam" userId="6a7db5c51fb4b330" providerId="LiveId" clId="{00BCF662-E2EB-49CE-80E6-822850064A1C}" dt="2024-04-22T00:00:16.944" v="113"/>
          <ac:picMkLst>
            <pc:docMk/>
            <pc:sldMk cId="938926697" sldId="256"/>
            <ac:picMk id="3074" creationId="{8BB8753C-591A-7F89-F86E-683972DA484A}"/>
          </ac:picMkLst>
        </pc:picChg>
        <pc:cxnChg chg="del">
          <ac:chgData name="Paullo Estevam" userId="6a7db5c51fb4b330" providerId="LiveId" clId="{00BCF662-E2EB-49CE-80E6-822850064A1C}" dt="2024-04-22T00:10:08.294" v="117"/>
          <ac:cxnSpMkLst>
            <pc:docMk/>
            <pc:sldMk cId="938926697" sldId="256"/>
            <ac:cxnSpMk id="3109" creationId="{64FA5DFF-7FE6-4855-84E6-DFA78EE978BD}"/>
          </ac:cxnSpMkLst>
        </pc:cxnChg>
        <pc:cxnChg chg="del">
          <ac:chgData name="Paullo Estevam" userId="6a7db5c51fb4b330" providerId="LiveId" clId="{00BCF662-E2EB-49CE-80E6-822850064A1C}" dt="2024-04-22T00:10:08.294" v="117"/>
          <ac:cxnSpMkLst>
            <pc:docMk/>
            <pc:sldMk cId="938926697" sldId="256"/>
            <ac:cxnSpMk id="3110" creationId="{2AFD8CBA-54A3-4363-991B-B9C631BBFA74}"/>
          </ac:cxnSpMkLst>
        </pc:cxn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3133713478" sldId="258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133713478" sldId="258"/>
            <ac:spMk id="3" creationId="{CB326C37-8BAD-F56F-BAE0-A88130796566}"/>
          </ac:spMkLst>
        </pc:spChg>
      </pc:sldChg>
      <pc:sldChg chg="addSp delSp modSp">
        <pc:chgData name="Paullo Estevam" userId="6a7db5c51fb4b330" providerId="LiveId" clId="{00BCF662-E2EB-49CE-80E6-822850064A1C}" dt="2024-04-22T00:11:11.375" v="126"/>
        <pc:sldMkLst>
          <pc:docMk/>
          <pc:sldMk cId="2586518911" sldId="259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2586518911" sldId="259"/>
            <ac:spMk id="2" creationId="{085950A0-6591-76A8-7816-E6801AAB4904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2586518911" sldId="259"/>
            <ac:spMk id="5" creationId="{10734E7F-9300-A82F-A18C-4FF721A26891}"/>
          </ac:spMkLst>
        </pc:spChg>
        <pc:picChg chg="add del mod">
          <ac:chgData name="Paullo Estevam" userId="6a7db5c51fb4b330" providerId="LiveId" clId="{00BCF662-E2EB-49CE-80E6-822850064A1C}" dt="2024-04-21T22:17:09.497" v="39" actId="478"/>
          <ac:picMkLst>
            <pc:docMk/>
            <pc:sldMk cId="2586518911" sldId="259"/>
            <ac:picMk id="4" creationId="{2C678445-2A66-2713-C763-3B3272A8319D}"/>
          </ac:picMkLst>
        </pc:picChg>
      </pc:sldChg>
      <pc:sldChg chg="addSp delSp modSp ord delDesignElem">
        <pc:chgData name="Paullo Estevam" userId="6a7db5c51fb4b330" providerId="LiveId" clId="{00BCF662-E2EB-49CE-80E6-822850064A1C}" dt="2024-04-22T00:11:11.375" v="126"/>
        <pc:sldMkLst>
          <pc:docMk/>
          <pc:sldMk cId="1290119849" sldId="261"/>
        </pc:sldMkLst>
        <pc:spChg chg="add mod">
          <ac:chgData name="Paullo Estevam" userId="6a7db5c51fb4b330" providerId="LiveId" clId="{00BCF662-E2EB-49CE-80E6-822850064A1C}" dt="2024-04-21T21:40:35.555" v="16" actId="164"/>
          <ac:spMkLst>
            <pc:docMk/>
            <pc:sldMk cId="1290119849" sldId="261"/>
            <ac:spMk id="4" creationId="{502A25B4-F6DD-3B9B-FD1D-7E82E9521C7F}"/>
          </ac:spMkLst>
        </pc:spChg>
        <pc:spChg chg="add mod">
          <ac:chgData name="Paullo Estevam" userId="6a7db5c51fb4b330" providerId="LiveId" clId="{00BCF662-E2EB-49CE-80E6-822850064A1C}" dt="2024-04-21T21:40:35.555" v="16" actId="164"/>
          <ac:spMkLst>
            <pc:docMk/>
            <pc:sldMk cId="1290119849" sldId="261"/>
            <ac:spMk id="5" creationId="{B8167C71-DF58-18FA-D839-703CFD944E85}"/>
          </ac:spMkLst>
        </pc:spChg>
        <pc:spChg chg="add mod">
          <ac:chgData name="Paullo Estevam" userId="6a7db5c51fb4b330" providerId="LiveId" clId="{00BCF662-E2EB-49CE-80E6-822850064A1C}" dt="2024-04-21T21:40:35.555" v="16" actId="164"/>
          <ac:spMkLst>
            <pc:docMk/>
            <pc:sldMk cId="1290119849" sldId="261"/>
            <ac:spMk id="7" creationId="{A1ED34AA-8F8C-2D88-E888-275F210E973F}"/>
          </ac:spMkLst>
        </pc:spChg>
        <pc:spChg chg="add mod">
          <ac:chgData name="Paullo Estevam" userId="6a7db5c51fb4b330" providerId="LiveId" clId="{00BCF662-E2EB-49CE-80E6-822850064A1C}" dt="2024-04-22T00:11:11.375" v="126"/>
          <ac:spMkLst>
            <pc:docMk/>
            <pc:sldMk cId="1290119849" sldId="261"/>
            <ac:spMk id="9" creationId="{69B403F6-B552-0C2F-CA9E-9B2C09874272}"/>
          </ac:spMkLst>
        </pc:spChg>
        <pc:spChg chg="add mod">
          <ac:chgData name="Paullo Estevam" userId="6a7db5c51fb4b330" providerId="LiveId" clId="{00BCF662-E2EB-49CE-80E6-822850064A1C}" dt="2024-04-21T23:41:18.128" v="110"/>
          <ac:spMkLst>
            <pc:docMk/>
            <pc:sldMk cId="1290119849" sldId="261"/>
            <ac:spMk id="13" creationId="{BB6DF9C4-A96F-765C-7A98-B739446CEDF0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290119849" sldId="261"/>
            <ac:spMk id="14" creationId="{74226683-807A-6A8E-714E-44358A751DFA}"/>
          </ac:spMkLst>
        </pc:spChg>
        <pc:grpChg chg="add mod">
          <ac:chgData name="Paullo Estevam" userId="6a7db5c51fb4b330" providerId="LiveId" clId="{00BCF662-E2EB-49CE-80E6-822850064A1C}" dt="2024-04-21T22:47:04.844" v="53" actId="164"/>
          <ac:grpSpMkLst>
            <pc:docMk/>
            <pc:sldMk cId="1290119849" sldId="261"/>
            <ac:grpSpMk id="8" creationId="{9AEC4DD2-3721-C838-53E7-A50E9F3A3CFA}"/>
          </ac:grpSpMkLst>
        </pc:grpChg>
        <pc:grpChg chg="add mod">
          <ac:chgData name="Paullo Estevam" userId="6a7db5c51fb4b330" providerId="LiveId" clId="{00BCF662-E2EB-49CE-80E6-822850064A1C}" dt="2024-04-21T22:47:04.844" v="53" actId="164"/>
          <ac:grpSpMkLst>
            <pc:docMk/>
            <pc:sldMk cId="1290119849" sldId="261"/>
            <ac:grpSpMk id="12" creationId="{A305E435-13BE-B070-9CCB-34AD7A32AE5C}"/>
          </ac:grpSpMkLst>
        </pc:grpChg>
        <pc:grpChg chg="del">
          <ac:chgData name="Paullo Estevam" userId="6a7db5c51fb4b330" providerId="LiveId" clId="{00BCF662-E2EB-49CE-80E6-822850064A1C}" dt="2024-04-22T00:10:08.294" v="117"/>
          <ac:grpSpMkLst>
            <pc:docMk/>
            <pc:sldMk cId="1290119849" sldId="261"/>
            <ac:grpSpMk id="1112" creationId="{609316A9-990D-4EC3-A671-70EE5C1493A4}"/>
          </ac:grpSpMkLst>
        </pc:grpChg>
        <pc:picChg chg="add mod">
          <ac:chgData name="Paullo Estevam" userId="6a7db5c51fb4b330" providerId="LiveId" clId="{00BCF662-E2EB-49CE-80E6-822850064A1C}" dt="2024-04-21T21:40:35.555" v="16" actId="164"/>
          <ac:picMkLst>
            <pc:docMk/>
            <pc:sldMk cId="1290119849" sldId="261"/>
            <ac:picMk id="3" creationId="{689B443F-4A2B-6B3B-0AFE-03404F58AAA2}"/>
          </ac:picMkLst>
        </pc:picChg>
        <pc:picChg chg="add del mod">
          <ac:chgData name="Paullo Estevam" userId="6a7db5c51fb4b330" providerId="LiveId" clId="{00BCF662-E2EB-49CE-80E6-822850064A1C}" dt="2024-04-21T21:33:55.910" v="8" actId="478"/>
          <ac:picMkLst>
            <pc:docMk/>
            <pc:sldMk cId="1290119849" sldId="261"/>
            <ac:picMk id="1026" creationId="{6D2097EE-15D0-2618-D77C-E3ECC5A65863}"/>
          </ac:picMkLst>
        </pc:picChg>
        <pc:cxnChg chg="mod">
          <ac:chgData name="Paullo Estevam" userId="6a7db5c51fb4b330" providerId="LiveId" clId="{00BCF662-E2EB-49CE-80E6-822850064A1C}" dt="2024-04-21T22:47:04.844" v="53" actId="164"/>
          <ac:cxnSpMkLst>
            <pc:docMk/>
            <pc:sldMk cId="1290119849" sldId="261"/>
            <ac:cxnSpMk id="11" creationId="{CE3CB205-64CB-731A-7A66-B893B26FD9BC}"/>
          </ac:cxnSpMkLst>
        </pc:cxn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348001568" sldId="264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48001568" sldId="264"/>
            <ac:spMk id="2" creationId="{9D473D39-BFAD-3E0C-EA67-0278A625C849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48001568" sldId="264"/>
            <ac:spMk id="4" creationId="{750680BF-2187-EE2C-5320-40BE7FA36E37}"/>
          </ac:spMkLst>
        </pc:spChg>
        <pc:picChg chg="mod">
          <ac:chgData name="Paullo Estevam" userId="6a7db5c51fb4b330" providerId="LiveId" clId="{00BCF662-E2EB-49CE-80E6-822850064A1C}" dt="2024-04-22T00:01:31.411" v="114" actId="1076"/>
          <ac:picMkLst>
            <pc:docMk/>
            <pc:sldMk cId="348001568" sldId="264"/>
            <ac:picMk id="1032" creationId="{AF6CDF13-6831-009D-7AF6-0CEEA8ED4984}"/>
          </ac:picMkLst>
        </pc:pic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448388216" sldId="265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448388216" sldId="265"/>
            <ac:spMk id="2" creationId="{BE317D3B-8442-5C50-5795-8B611FCAEB28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448388216" sldId="265"/>
            <ac:spMk id="4" creationId="{EFCBDF70-AFAB-31D6-F5FF-B5D72790C2F5}"/>
          </ac:spMkLst>
        </pc:spChg>
        <pc:picChg chg="mod">
          <ac:chgData name="Paullo Estevam" userId="6a7db5c51fb4b330" providerId="LiveId" clId="{00BCF662-E2EB-49CE-80E6-822850064A1C}" dt="2024-04-21T21:08:14.205" v="1" actId="1076"/>
          <ac:picMkLst>
            <pc:docMk/>
            <pc:sldMk cId="448388216" sldId="265"/>
            <ac:picMk id="4098" creationId="{9AD96DA3-F2CD-63E8-3AB6-EF416A7D5C2E}"/>
          </ac:picMkLst>
        </pc:picChg>
        <pc:picChg chg="mod">
          <ac:chgData name="Paullo Estevam" userId="6a7db5c51fb4b330" providerId="LiveId" clId="{00BCF662-E2EB-49CE-80E6-822850064A1C}" dt="2024-04-21T21:08:12.632" v="0" actId="1076"/>
          <ac:picMkLst>
            <pc:docMk/>
            <pc:sldMk cId="448388216" sldId="265"/>
            <ac:picMk id="5122" creationId="{4EF6CA69-8BBD-A771-1F64-EB6C834BAB06}"/>
          </ac:picMkLst>
        </pc:picChg>
      </pc:sldChg>
      <pc:sldChg chg="addSp delSp modSp">
        <pc:chgData name="Paullo Estevam" userId="6a7db5c51fb4b330" providerId="LiveId" clId="{00BCF662-E2EB-49CE-80E6-822850064A1C}" dt="2024-04-22T00:11:11.375" v="126"/>
        <pc:sldMkLst>
          <pc:docMk/>
          <pc:sldMk cId="199460944" sldId="268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99460944" sldId="268"/>
            <ac:spMk id="2" creationId="{6E09E8E7-BB32-27F7-697B-97FE1BD2AF54}"/>
          </ac:spMkLst>
        </pc:spChg>
        <pc:spChg chg="add mod">
          <ac:chgData name="Paullo Estevam" userId="6a7db5c51fb4b330" providerId="LiveId" clId="{00BCF662-E2EB-49CE-80E6-822850064A1C}" dt="2024-04-21T22:58:12.651" v="59"/>
          <ac:spMkLst>
            <pc:docMk/>
            <pc:sldMk cId="199460944" sldId="268"/>
            <ac:spMk id="3" creationId="{10D55773-F35B-3266-B0E5-AB376A5EEBED}"/>
          </ac:spMkLst>
        </pc:spChg>
        <pc:spChg chg="add mod">
          <ac:chgData name="Paullo Estevam" userId="6a7db5c51fb4b330" providerId="LiveId" clId="{00BCF662-E2EB-49CE-80E6-822850064A1C}" dt="2024-04-21T22:58:34.914" v="60"/>
          <ac:spMkLst>
            <pc:docMk/>
            <pc:sldMk cId="199460944" sldId="268"/>
            <ac:spMk id="5" creationId="{85D45D19-64F2-8898-7BAE-6B8689B3DBCE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99460944" sldId="268"/>
            <ac:spMk id="6" creationId="{9ECFE08B-C905-95FB-5C61-1579F1AC8936}"/>
          </ac:spMkLst>
        </pc:spChg>
        <pc:picChg chg="del">
          <ac:chgData name="Paullo Estevam" userId="6a7db5c51fb4b330" providerId="LiveId" clId="{00BCF662-E2EB-49CE-80E6-822850064A1C}" dt="2024-04-21T22:58:07.743" v="58" actId="478"/>
          <ac:picMkLst>
            <pc:docMk/>
            <pc:sldMk cId="199460944" sldId="268"/>
            <ac:picMk id="4098" creationId="{5598F187-8160-BE41-E44D-960D16A7AC2A}"/>
          </ac:picMkLst>
        </pc:pic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3593632650" sldId="270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593632650" sldId="270"/>
            <ac:spMk id="2" creationId="{3D7AE722-8B1E-C879-2D89-0A4EE97CD3BF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593632650" sldId="270"/>
            <ac:spMk id="3" creationId="{33DA1F59-7C60-42BE-5A08-4A08E2AA63B0}"/>
          </ac:spMkLst>
        </pc:spChg>
        <pc:picChg chg="mod">
          <ac:chgData name="Paullo Estevam" userId="6a7db5c51fb4b330" providerId="LiveId" clId="{00BCF662-E2EB-49CE-80E6-822850064A1C}" dt="2024-04-21T22:56:50.040" v="57" actId="14100"/>
          <ac:picMkLst>
            <pc:docMk/>
            <pc:sldMk cId="3593632650" sldId="270"/>
            <ac:picMk id="6148" creationId="{205CAC72-9AB7-A9BF-A1AE-459828B5CDE1}"/>
          </ac:picMkLst>
        </pc:picChg>
      </pc:sldChg>
      <pc:sldChg chg="addSp modSp modAnim">
        <pc:chgData name="Paullo Estevam" userId="6a7db5c51fb4b330" providerId="LiveId" clId="{00BCF662-E2EB-49CE-80E6-822850064A1C}" dt="2024-04-22T00:11:11.375" v="126"/>
        <pc:sldMkLst>
          <pc:docMk/>
          <pc:sldMk cId="657769478" sldId="271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657769478" sldId="271"/>
            <ac:spMk id="2" creationId="{F905F62B-33EC-CA77-F0A2-A008801DC61D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657769478" sldId="271"/>
            <ac:spMk id="26" creationId="{2294E588-4ACD-C8B1-C818-A2621DF2446A}"/>
          </ac:spMkLst>
        </pc:sp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4" creationId="{7C7F458B-C5E0-51C5-F2B4-83AD9E331DCC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7" creationId="{ED873A9C-2E84-9FF1-D682-E3C14602C0D8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9" creationId="{66729901-BAEB-45D5-1772-B04F132A828A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11" creationId="{2DFF6FE6-5FE6-61C6-B89A-5A71DFB4BDD9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13" creationId="{5552EC1A-9138-33BD-C915-6ADE98C4C87E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15" creationId="{092EFB88-C99D-51A7-1074-480416160BC4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17" creationId="{9220F4AB-2B91-E43F-87A7-FE9E42692FA1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19" creationId="{7AE27A82-9405-5228-3750-BAF6D097A844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21" creationId="{79D8E191-61A2-42DD-9488-F606924FF0D4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23" creationId="{7E73EFD1-1562-A8B0-9FD3-6D7F26757AE4}"/>
          </ac:picMkLst>
        </pc:picChg>
        <pc:picChg chg="add mod">
          <ac:chgData name="Paullo Estevam" userId="6a7db5c51fb4b330" providerId="LiveId" clId="{00BCF662-E2EB-49CE-80E6-822850064A1C}" dt="2024-04-21T23:23:04.975" v="88"/>
          <ac:picMkLst>
            <pc:docMk/>
            <pc:sldMk cId="657769478" sldId="271"/>
            <ac:picMk id="25" creationId="{CC6BD74C-8FF8-8764-72AF-DBAA1E32771E}"/>
          </ac:picMkLst>
        </pc:picChg>
      </pc:sldChg>
      <pc:sldChg chg="addSp modSp ord">
        <pc:chgData name="Paullo Estevam" userId="6a7db5c51fb4b330" providerId="LiveId" clId="{00BCF662-E2EB-49CE-80E6-822850064A1C}" dt="2024-04-22T00:11:11.375" v="126"/>
        <pc:sldMkLst>
          <pc:docMk/>
          <pc:sldMk cId="2283759418" sldId="273"/>
        </pc:sldMkLst>
        <pc:spChg chg="add mod">
          <ac:chgData name="Paullo Estevam" userId="6a7db5c51fb4b330" providerId="LiveId" clId="{00BCF662-E2EB-49CE-80E6-822850064A1C}" dt="2024-04-21T21:46:23.942" v="19" actId="767"/>
          <ac:spMkLst>
            <pc:docMk/>
            <pc:sldMk cId="2283759418" sldId="273"/>
            <ac:spMk id="2" creationId="{5F903F5C-8A85-AEF1-9225-93EEC4561965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2283759418" sldId="273"/>
            <ac:spMk id="3" creationId="{3E936312-2EEB-25F8-886C-2C0C5EE79D21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2283759418" sldId="273"/>
            <ac:spMk id="6" creationId="{4088FCE8-CA56-7F79-4A27-F87BFB3432A1}"/>
          </ac:spMkLst>
        </pc:spChg>
      </pc:sldChg>
      <pc:sldChg chg="addSp modSp ord">
        <pc:chgData name="Paullo Estevam" userId="6a7db5c51fb4b330" providerId="LiveId" clId="{00BCF662-E2EB-49CE-80E6-822850064A1C}" dt="2024-04-22T00:11:11.375" v="126"/>
        <pc:sldMkLst>
          <pc:docMk/>
          <pc:sldMk cId="4111383003" sldId="274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4111383003" sldId="274"/>
            <ac:spMk id="2" creationId="{6076EA05-7674-FAF4-1F71-4FD7C47B456A}"/>
          </ac:spMkLst>
        </pc:spChg>
        <pc:spChg chg="add mod">
          <ac:chgData name="Paullo Estevam" userId="6a7db5c51fb4b330" providerId="LiveId" clId="{00BCF662-E2EB-49CE-80E6-822850064A1C}" dt="2024-04-21T22:04:29.759" v="26"/>
          <ac:spMkLst>
            <pc:docMk/>
            <pc:sldMk cId="4111383003" sldId="274"/>
            <ac:spMk id="8" creationId="{43741212-F119-63B2-67F1-D5A2727143DB}"/>
          </ac:spMkLst>
        </pc:spChg>
        <pc:spChg chg="add mod">
          <ac:chgData name="Paullo Estevam" userId="6a7db5c51fb4b330" providerId="LiveId" clId="{00BCF662-E2EB-49CE-80E6-822850064A1C}" dt="2024-04-21T22:04:36.627" v="27"/>
          <ac:spMkLst>
            <pc:docMk/>
            <pc:sldMk cId="4111383003" sldId="274"/>
            <ac:spMk id="9" creationId="{893F3348-16A1-C36D-D68A-08EDC5335DFB}"/>
          </ac:spMkLst>
        </pc:spChg>
        <pc:spChg chg="add mod">
          <ac:chgData name="Paullo Estevam" userId="6a7db5c51fb4b330" providerId="LiveId" clId="{00BCF662-E2EB-49CE-80E6-822850064A1C}" dt="2024-04-21T22:04:36.627" v="27"/>
          <ac:spMkLst>
            <pc:docMk/>
            <pc:sldMk cId="4111383003" sldId="274"/>
            <ac:spMk id="10" creationId="{05E487D4-FDA5-4411-4E35-588A70BF37B1}"/>
          </ac:spMkLst>
        </pc:spChg>
        <pc:spChg chg="add mod">
          <ac:chgData name="Paullo Estevam" userId="6a7db5c51fb4b330" providerId="LiveId" clId="{00BCF662-E2EB-49CE-80E6-822850064A1C}" dt="2024-04-21T22:04:38.935" v="28"/>
          <ac:spMkLst>
            <pc:docMk/>
            <pc:sldMk cId="4111383003" sldId="274"/>
            <ac:spMk id="11" creationId="{BD6CA935-8BDB-21EB-0507-8913D8051EC2}"/>
          </ac:spMkLst>
        </pc:spChg>
        <pc:spChg chg="add mod">
          <ac:chgData name="Paullo Estevam" userId="6a7db5c51fb4b330" providerId="LiveId" clId="{00BCF662-E2EB-49CE-80E6-822850064A1C}" dt="2024-04-21T22:04:38.935" v="28"/>
          <ac:spMkLst>
            <pc:docMk/>
            <pc:sldMk cId="4111383003" sldId="274"/>
            <ac:spMk id="12" creationId="{4B40B2A9-645E-4802-96DD-558F5E88B0AA}"/>
          </ac:spMkLst>
        </pc:spChg>
        <pc:spChg chg="add mod">
          <ac:chgData name="Paullo Estevam" userId="6a7db5c51fb4b330" providerId="LiveId" clId="{00BCF662-E2EB-49CE-80E6-822850064A1C}" dt="2024-04-21T22:04:59.462" v="29"/>
          <ac:spMkLst>
            <pc:docMk/>
            <pc:sldMk cId="4111383003" sldId="274"/>
            <ac:spMk id="13" creationId="{FC17263E-C931-B729-503F-717F5A84C272}"/>
          </ac:spMkLst>
        </pc:spChg>
        <pc:spChg chg="add mod">
          <ac:chgData name="Paullo Estevam" userId="6a7db5c51fb4b330" providerId="LiveId" clId="{00BCF662-E2EB-49CE-80E6-822850064A1C}" dt="2024-04-21T22:04:59.462" v="29"/>
          <ac:spMkLst>
            <pc:docMk/>
            <pc:sldMk cId="4111383003" sldId="274"/>
            <ac:spMk id="14" creationId="{969BC03B-54F5-7EE2-6BD9-9CEB91292E79}"/>
          </ac:spMkLst>
        </pc:spChg>
        <pc:spChg chg="add mod">
          <ac:chgData name="Paullo Estevam" userId="6a7db5c51fb4b330" providerId="LiveId" clId="{00BCF662-E2EB-49CE-80E6-822850064A1C}" dt="2024-04-21T22:04:59.462" v="29"/>
          <ac:spMkLst>
            <pc:docMk/>
            <pc:sldMk cId="4111383003" sldId="274"/>
            <ac:spMk id="15" creationId="{6F26EA67-6C55-A976-B880-89659ABDFD7E}"/>
          </ac:spMkLst>
        </pc:spChg>
        <pc:spChg chg="add mod">
          <ac:chgData name="Paullo Estevam" userId="6a7db5c51fb4b330" providerId="LiveId" clId="{00BCF662-E2EB-49CE-80E6-822850064A1C}" dt="2024-04-21T22:06:14.223" v="30"/>
          <ac:spMkLst>
            <pc:docMk/>
            <pc:sldMk cId="4111383003" sldId="274"/>
            <ac:spMk id="17" creationId="{22A9DAF5-847E-0E1A-5EFF-F968093C8C14}"/>
          </ac:spMkLst>
        </pc:spChg>
        <pc:spChg chg="add mod">
          <ac:chgData name="Paullo Estevam" userId="6a7db5c51fb4b330" providerId="LiveId" clId="{00BCF662-E2EB-49CE-80E6-822850064A1C}" dt="2024-04-21T22:06:17.863" v="31"/>
          <ac:spMkLst>
            <pc:docMk/>
            <pc:sldMk cId="4111383003" sldId="274"/>
            <ac:spMk id="18" creationId="{36D20E13-0FE4-9E3D-C330-74B850E23B1C}"/>
          </ac:spMkLst>
        </pc:spChg>
        <pc:spChg chg="add mod">
          <ac:chgData name="Paullo Estevam" userId="6a7db5c51fb4b330" providerId="LiveId" clId="{00BCF662-E2EB-49CE-80E6-822850064A1C}" dt="2024-04-21T22:06:21.968" v="32"/>
          <ac:spMkLst>
            <pc:docMk/>
            <pc:sldMk cId="4111383003" sldId="274"/>
            <ac:spMk id="19" creationId="{6917CDE5-6B7A-5667-0E28-9E005C8F744C}"/>
          </ac:spMkLst>
        </pc:spChg>
        <pc:spChg chg="add mod">
          <ac:chgData name="Paullo Estevam" userId="6a7db5c51fb4b330" providerId="LiveId" clId="{00BCF662-E2EB-49CE-80E6-822850064A1C}" dt="2024-04-21T22:06:27.520" v="33"/>
          <ac:spMkLst>
            <pc:docMk/>
            <pc:sldMk cId="4111383003" sldId="274"/>
            <ac:spMk id="20" creationId="{E7B504C7-8EB8-B2D1-23F4-4E946724C358}"/>
          </ac:spMkLst>
        </pc:spChg>
        <pc:spChg chg="add mod">
          <ac:chgData name="Paullo Estevam" userId="6a7db5c51fb4b330" providerId="LiveId" clId="{00BCF662-E2EB-49CE-80E6-822850064A1C}" dt="2024-04-21T22:07:07.074" v="34"/>
          <ac:spMkLst>
            <pc:docMk/>
            <pc:sldMk cId="4111383003" sldId="274"/>
            <ac:spMk id="21" creationId="{619BD4D5-5D8C-5E61-7AD9-7FF5500F668C}"/>
          </ac:spMkLst>
        </pc:spChg>
        <pc:spChg chg="add mod">
          <ac:chgData name="Paullo Estevam" userId="6a7db5c51fb4b330" providerId="LiveId" clId="{00BCF662-E2EB-49CE-80E6-822850064A1C}" dt="2024-04-21T22:07:07.074" v="34"/>
          <ac:spMkLst>
            <pc:docMk/>
            <pc:sldMk cId="4111383003" sldId="274"/>
            <ac:spMk id="22" creationId="{B0C6CE43-7DB7-83FD-1860-9AB46D6A2C77}"/>
          </ac:spMkLst>
        </pc:spChg>
        <pc:spChg chg="add mod">
          <ac:chgData name="Paullo Estevam" userId="6a7db5c51fb4b330" providerId="LiveId" clId="{00BCF662-E2EB-49CE-80E6-822850064A1C}" dt="2024-04-21T22:07:07.074" v="34"/>
          <ac:spMkLst>
            <pc:docMk/>
            <pc:sldMk cId="4111383003" sldId="274"/>
            <ac:spMk id="23" creationId="{06F3C3EE-FBE8-2C76-2545-F9DF78551082}"/>
          </ac:spMkLst>
        </pc:spChg>
        <pc:spChg chg="add mod">
          <ac:chgData name="Paullo Estevam" userId="6a7db5c51fb4b330" providerId="LiveId" clId="{00BCF662-E2EB-49CE-80E6-822850064A1C}" dt="2024-04-21T23:39:58.307" v="109" actId="767"/>
          <ac:spMkLst>
            <pc:docMk/>
            <pc:sldMk cId="4111383003" sldId="274"/>
            <ac:spMk id="24" creationId="{0716161E-FE06-9F6B-6FC4-44027612711A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4111383003" sldId="274"/>
            <ac:spMk id="25" creationId="{B09AB94A-330F-C7A4-8D1E-392B4381E6E8}"/>
          </ac:spMkLst>
        </pc:spChg>
        <pc:picChg chg="add mod">
          <ac:chgData name="Paullo Estevam" userId="6a7db5c51fb4b330" providerId="LiveId" clId="{00BCF662-E2EB-49CE-80E6-822850064A1C}" dt="2024-04-21T22:02:54.963" v="24"/>
          <ac:picMkLst>
            <pc:docMk/>
            <pc:sldMk cId="4111383003" sldId="274"/>
            <ac:picMk id="4" creationId="{527BF068-1B61-90D5-6E83-01CC2C79BBC2}"/>
          </ac:picMkLst>
        </pc:picChg>
        <pc:picChg chg="add mod">
          <ac:chgData name="Paullo Estevam" userId="6a7db5c51fb4b330" providerId="LiveId" clId="{00BCF662-E2EB-49CE-80E6-822850064A1C}" dt="2024-04-21T22:04:09.659" v="25"/>
          <ac:picMkLst>
            <pc:docMk/>
            <pc:sldMk cId="4111383003" sldId="274"/>
            <ac:picMk id="6" creationId="{BFDBE700-29B6-39CC-C076-C54AA6123927}"/>
          </ac:picMkLst>
        </pc:picChg>
        <pc:picChg chg="mod">
          <ac:chgData name="Paullo Estevam" userId="6a7db5c51fb4b330" providerId="LiveId" clId="{00BCF662-E2EB-49CE-80E6-822850064A1C}" dt="2024-04-21T22:02:38.568" v="23" actId="1076"/>
          <ac:picMkLst>
            <pc:docMk/>
            <pc:sldMk cId="4111383003" sldId="274"/>
            <ac:picMk id="5124" creationId="{3C972C71-09BC-7CF0-C667-9005E251BCA3}"/>
          </ac:picMkLst>
        </pc:pic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3886277805" sldId="275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886277805" sldId="275"/>
            <ac:spMk id="2" creationId="{CD5CB25B-3669-798D-B901-3D02E2DBB366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886277805" sldId="275"/>
            <ac:spMk id="3" creationId="{6AB402E3-3F25-6CCD-4087-5189556DD41F}"/>
          </ac:spMkLst>
        </pc:spChg>
      </pc:sldChg>
      <pc:sldChg chg="addSp modSp ord">
        <pc:chgData name="Paullo Estevam" userId="6a7db5c51fb4b330" providerId="LiveId" clId="{00BCF662-E2EB-49CE-80E6-822850064A1C}" dt="2024-04-22T00:11:11.375" v="126"/>
        <pc:sldMkLst>
          <pc:docMk/>
          <pc:sldMk cId="3650863722" sldId="276"/>
        </pc:sldMkLst>
        <pc:spChg chg="add mod">
          <ac:chgData name="Paullo Estevam" userId="6a7db5c51fb4b330" providerId="LiveId" clId="{00BCF662-E2EB-49CE-80E6-822850064A1C}" dt="2024-04-21T22:49:24.474" v="54"/>
          <ac:spMkLst>
            <pc:docMk/>
            <pc:sldMk cId="3650863722" sldId="276"/>
            <ac:spMk id="3" creationId="{563E510D-DB19-945F-6C39-63208B678F3F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650863722" sldId="276"/>
            <ac:spMk id="4" creationId="{0D1ADBBE-255E-2E5C-66A3-24707294E213}"/>
          </ac:spMkLst>
        </pc:spChg>
        <pc:picChg chg="mod">
          <ac:chgData name="Paullo Estevam" userId="6a7db5c51fb4b330" providerId="LiveId" clId="{00BCF662-E2EB-49CE-80E6-822850064A1C}" dt="2024-04-22T00:11:11.375" v="126"/>
          <ac:picMkLst>
            <pc:docMk/>
            <pc:sldMk cId="3650863722" sldId="276"/>
            <ac:picMk id="8194" creationId="{AE880330-13D3-BF87-7287-844D4A11EF59}"/>
          </ac:picMkLst>
        </pc:pic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1445619718" sldId="277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445619718" sldId="277"/>
            <ac:spMk id="2" creationId="{9D473D39-BFAD-3E0C-EA67-0278A625C849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445619718" sldId="277"/>
            <ac:spMk id="5" creationId="{9A9A4B56-5585-4606-8C77-B9A48D136E82}"/>
          </ac:spMkLst>
        </pc:spChg>
      </pc:sldChg>
      <pc:sldChg chg="delSp modSp ord">
        <pc:chgData name="Paullo Estevam" userId="6a7db5c51fb4b330" providerId="LiveId" clId="{00BCF662-E2EB-49CE-80E6-822850064A1C}" dt="2024-04-22T00:11:11.375" v="126"/>
        <pc:sldMkLst>
          <pc:docMk/>
          <pc:sldMk cId="1841180361" sldId="278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841180361" sldId="278"/>
            <ac:spMk id="2" creationId="{085950A0-6591-76A8-7816-E6801AAB4904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841180361" sldId="278"/>
            <ac:spMk id="3" creationId="{6EE63A37-CC2E-BB72-1EB3-DDD9E9297504}"/>
          </ac:spMkLst>
        </pc:spChg>
        <pc:picChg chg="del mod">
          <ac:chgData name="Paullo Estevam" userId="6a7db5c51fb4b330" providerId="LiveId" clId="{00BCF662-E2EB-49CE-80E6-822850064A1C}" dt="2024-04-21T23:32:30.212" v="108" actId="478"/>
          <ac:picMkLst>
            <pc:docMk/>
            <pc:sldMk cId="1841180361" sldId="278"/>
            <ac:picMk id="4" creationId="{34D303A5-03D2-E1C5-2ACF-3E7079C2CF37}"/>
          </ac:picMkLst>
        </pc:picChg>
      </pc:sldChg>
      <pc:sldChg chg="addSp delSp modSp add setBg">
        <pc:chgData name="Paullo Estevam" userId="6a7db5c51fb4b330" providerId="LiveId" clId="{00BCF662-E2EB-49CE-80E6-822850064A1C}" dt="2024-04-22T00:11:11.375" v="126"/>
        <pc:sldMkLst>
          <pc:docMk/>
          <pc:sldMk cId="3088484630" sldId="279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088484630" sldId="279"/>
            <ac:spMk id="9" creationId="{69B403F6-B552-0C2F-CA9E-9B2C09874272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088484630" sldId="279"/>
            <ac:spMk id="10" creationId="{103587C7-FC6B-06C6-3BB7-3204BB9DDC1C}"/>
          </ac:spMkLst>
        </pc:spChg>
        <pc:grpChg chg="del">
          <ac:chgData name="Paullo Estevam" userId="6a7db5c51fb4b330" providerId="LiveId" clId="{00BCF662-E2EB-49CE-80E6-822850064A1C}" dt="2024-04-21T22:37:27.753" v="41"/>
          <ac:grpSpMkLst>
            <pc:docMk/>
            <pc:sldMk cId="3088484630" sldId="279"/>
            <ac:grpSpMk id="1112" creationId="{609316A9-990D-4EC3-A671-70EE5C1493A4}"/>
          </ac:grpSpMkLst>
        </pc:grpChg>
        <pc:picChg chg="add mod">
          <ac:chgData name="Paullo Estevam" userId="6a7db5c51fb4b330" providerId="LiveId" clId="{00BCF662-E2EB-49CE-80E6-822850064A1C}" dt="2024-04-21T22:39:17.524" v="46"/>
          <ac:picMkLst>
            <pc:docMk/>
            <pc:sldMk cId="3088484630" sldId="279"/>
            <ac:picMk id="6" creationId="{2EC72B73-3D42-7001-B30B-2C2B73B61341}"/>
          </ac:picMkLst>
        </pc:picChg>
        <pc:picChg chg="add mod">
          <ac:chgData name="Paullo Estevam" userId="6a7db5c51fb4b330" providerId="LiveId" clId="{00BCF662-E2EB-49CE-80E6-822850064A1C}" dt="2024-04-21T22:53:35.218" v="56" actId="1076"/>
          <ac:picMkLst>
            <pc:docMk/>
            <pc:sldMk cId="3088484630" sldId="279"/>
            <ac:picMk id="2050" creationId="{93DF4574-600B-197A-B3D8-7C251BA38612}"/>
          </ac:picMkLst>
        </pc:picChg>
      </pc:sldChg>
      <pc:sldChg chg="addSp modSp add">
        <pc:chgData name="Paullo Estevam" userId="6a7db5c51fb4b330" providerId="LiveId" clId="{00BCF662-E2EB-49CE-80E6-822850064A1C}" dt="2024-04-22T00:11:11.375" v="126"/>
        <pc:sldMkLst>
          <pc:docMk/>
          <pc:sldMk cId="1253586616" sldId="280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253586616" sldId="280"/>
            <ac:spMk id="9" creationId="{69B403F6-B552-0C2F-CA9E-9B2C09874272}"/>
          </ac:spMkLst>
        </pc:spChg>
        <pc:spChg chg="mod">
          <ac:chgData name="Paullo Estevam" userId="6a7db5c51fb4b330" providerId="LiveId" clId="{00BCF662-E2EB-49CE-80E6-822850064A1C}" dt="2024-04-21T22:44:18.497" v="52" actId="164"/>
          <ac:spMkLst>
            <pc:docMk/>
            <pc:sldMk cId="1253586616" sldId="280"/>
            <ac:spMk id="10" creationId="{46A115D4-0EFA-462D-0DB5-2E5B228B961E}"/>
          </ac:spMkLst>
        </pc:spChg>
        <pc:spChg chg="add mod">
          <ac:chgData name="Paullo Estevam" userId="6a7db5c51fb4b330" providerId="LiveId" clId="{00BCF662-E2EB-49CE-80E6-822850064A1C}" dt="2024-04-21T22:44:18.497" v="52" actId="164"/>
          <ac:spMkLst>
            <pc:docMk/>
            <pc:sldMk cId="1253586616" sldId="280"/>
            <ac:spMk id="12" creationId="{4A7A4D95-A3EB-8D61-2179-D45727EE322E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253586616" sldId="280"/>
            <ac:spMk id="14" creationId="{4199D458-1630-2B7A-5CBD-8ECA151CC107}"/>
          </ac:spMkLst>
        </pc:spChg>
        <pc:grpChg chg="add mod">
          <ac:chgData name="Paullo Estevam" userId="6a7db5c51fb4b330" providerId="LiveId" clId="{00BCF662-E2EB-49CE-80E6-822850064A1C}" dt="2024-04-21T22:44:18.497" v="52" actId="164"/>
          <ac:grpSpMkLst>
            <pc:docMk/>
            <pc:sldMk cId="1253586616" sldId="280"/>
            <ac:grpSpMk id="13" creationId="{693C05B6-1B06-E617-7E93-304E0EFF3AE1}"/>
          </ac:grpSpMkLst>
        </pc:grpChg>
        <pc:picChg chg="add mod">
          <ac:chgData name="Paullo Estevam" userId="6a7db5c51fb4b330" providerId="LiveId" clId="{00BCF662-E2EB-49CE-80E6-822850064A1C}" dt="2024-04-21T22:41:10.847" v="48"/>
          <ac:picMkLst>
            <pc:docMk/>
            <pc:sldMk cId="1253586616" sldId="280"/>
            <ac:picMk id="3" creationId="{CD495E02-A9FD-DE94-B1E9-A5E49C2CE50B}"/>
          </ac:picMkLst>
        </pc:picChg>
        <pc:picChg chg="add mod">
          <ac:chgData name="Paullo Estevam" userId="6a7db5c51fb4b330" providerId="LiveId" clId="{00BCF662-E2EB-49CE-80E6-822850064A1C}" dt="2024-04-21T22:44:18.497" v="52" actId="164"/>
          <ac:picMkLst>
            <pc:docMk/>
            <pc:sldMk cId="1253586616" sldId="280"/>
            <ac:picMk id="5" creationId="{3122C642-3AB3-975E-2489-975E2B0D8DE9}"/>
          </ac:picMkLst>
        </pc:picChg>
        <pc:picChg chg="mod">
          <ac:chgData name="Paullo Estevam" userId="6a7db5c51fb4b330" providerId="LiveId" clId="{00BCF662-E2EB-49CE-80E6-822850064A1C}" dt="2024-04-21T22:42:12.692" v="49" actId="1076"/>
          <ac:picMkLst>
            <pc:docMk/>
            <pc:sldMk cId="1253586616" sldId="280"/>
            <ac:picMk id="2050" creationId="{93DF4574-600B-197A-B3D8-7C251BA38612}"/>
          </ac:picMkLst>
        </pc:picChg>
      </pc:sldChg>
      <pc:sldChg chg="addSp delSp modSp add mod">
        <pc:chgData name="Paullo Estevam" userId="6a7db5c51fb4b330" providerId="LiveId" clId="{00BCF662-E2EB-49CE-80E6-822850064A1C}" dt="2024-04-22T00:22:43.690" v="127" actId="20577"/>
        <pc:sldMkLst>
          <pc:docMk/>
          <pc:sldMk cId="3700189217" sldId="281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700189217" sldId="281"/>
            <ac:spMk id="2" creationId="{BE317D3B-8442-5C50-5795-8B611FCAEB28}"/>
          </ac:spMkLst>
        </pc:spChg>
        <pc:spChg chg="add mod">
          <ac:chgData name="Paullo Estevam" userId="6a7db5c51fb4b330" providerId="LiveId" clId="{00BCF662-E2EB-49CE-80E6-822850064A1C}" dt="2024-04-22T00:22:43.690" v="127" actId="20577"/>
          <ac:spMkLst>
            <pc:docMk/>
            <pc:sldMk cId="3700189217" sldId="281"/>
            <ac:spMk id="4" creationId="{9FE13B5D-309E-B3D4-118C-6F3098F6815E}"/>
          </ac:spMkLst>
        </pc:spChg>
        <pc:spChg chg="add mod">
          <ac:chgData name="Paullo Estevam" userId="6a7db5c51fb4b330" providerId="LiveId" clId="{00BCF662-E2EB-49CE-80E6-822850064A1C}" dt="2024-04-21T23:07:13.856" v="65"/>
          <ac:spMkLst>
            <pc:docMk/>
            <pc:sldMk cId="3700189217" sldId="281"/>
            <ac:spMk id="5" creationId="{52CA97ED-D395-D07E-4ED5-7A53E60E74A8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700189217" sldId="281"/>
            <ac:spMk id="6" creationId="{07E1B9AC-26D0-66BF-A9BE-AA9F23853D0D}"/>
          </ac:spMkLst>
        </pc:spChg>
        <pc:picChg chg="del">
          <ac:chgData name="Paullo Estevam" userId="6a7db5c51fb4b330" providerId="LiveId" clId="{00BCF662-E2EB-49CE-80E6-822850064A1C}" dt="2024-04-21T23:06:43.988" v="62" actId="478"/>
          <ac:picMkLst>
            <pc:docMk/>
            <pc:sldMk cId="3700189217" sldId="281"/>
            <ac:picMk id="4098" creationId="{9AD96DA3-F2CD-63E8-3AB6-EF416A7D5C2E}"/>
          </ac:picMkLst>
        </pc:picChg>
        <pc:picChg chg="del">
          <ac:chgData name="Paullo Estevam" userId="6a7db5c51fb4b330" providerId="LiveId" clId="{00BCF662-E2EB-49CE-80E6-822850064A1C}" dt="2024-04-21T23:06:44.607" v="63" actId="478"/>
          <ac:picMkLst>
            <pc:docMk/>
            <pc:sldMk cId="3700189217" sldId="281"/>
            <ac:picMk id="5122" creationId="{4EF6CA69-8BBD-A771-1F64-EB6C834BAB06}"/>
          </ac:picMkLst>
        </pc:picChg>
      </pc:sldChg>
      <pc:sldChg chg="addSp modSp ord modAnim">
        <pc:chgData name="Paullo Estevam" userId="6a7db5c51fb4b330" providerId="LiveId" clId="{00BCF662-E2EB-49CE-80E6-822850064A1C}" dt="2024-04-21T23:16:58.789" v="86"/>
        <pc:sldMkLst>
          <pc:docMk/>
          <pc:sldMk cId="1593370023" sldId="282"/>
        </pc:sldMkLst>
        <pc:picChg chg="add mod">
          <ac:chgData name="Paullo Estevam" userId="6a7db5c51fb4b330" providerId="LiveId" clId="{00BCF662-E2EB-49CE-80E6-822850064A1C}" dt="2024-04-21T23:15:26.415" v="68"/>
          <ac:picMkLst>
            <pc:docMk/>
            <pc:sldMk cId="1593370023" sldId="282"/>
            <ac:picMk id="3" creationId="{AB8CCD41-C9CC-DDCF-0A17-E0F69D82DF72}"/>
          </ac:picMkLst>
        </pc:picChg>
        <pc:picChg chg="add mod">
          <ac:chgData name="Paullo Estevam" userId="6a7db5c51fb4b330" providerId="LiveId" clId="{00BCF662-E2EB-49CE-80E6-822850064A1C}" dt="2024-04-21T23:15:29.358" v="69"/>
          <ac:picMkLst>
            <pc:docMk/>
            <pc:sldMk cId="1593370023" sldId="282"/>
            <ac:picMk id="4" creationId="{85C897EF-1DA9-ABB3-40B6-B8106BE1FEE8}"/>
          </ac:picMkLst>
        </pc:picChg>
      </pc:sldChg>
    </pc:docChg>
  </pc:docChgLst>
  <pc:docChgLst>
    <pc:chgData name="Evelinny Souza" userId="dd5d8b5dd0d20d2d" providerId="LiveId" clId="{B1A372FE-9C2C-4874-8CAE-DA080AF6C725}"/>
    <pc:docChg chg="undo custSel addSld delSld modSld sldOrd">
      <pc:chgData name="Evelinny Souza" userId="dd5d8b5dd0d20d2d" providerId="LiveId" clId="{B1A372FE-9C2C-4874-8CAE-DA080AF6C725}" dt="2024-04-22T01:29:54.001" v="1342" actId="20577"/>
      <pc:docMkLst>
        <pc:docMk/>
      </pc:docMkLst>
      <pc:sldChg chg="addSp modSp mod">
        <pc:chgData name="Evelinny Souza" userId="dd5d8b5dd0d20d2d" providerId="LiveId" clId="{B1A372FE-9C2C-4874-8CAE-DA080AF6C725}" dt="2024-04-21T18:25:56.198" v="1088" actId="207"/>
        <pc:sldMkLst>
          <pc:docMk/>
          <pc:sldMk cId="938926697" sldId="256"/>
        </pc:sldMkLst>
        <pc:spChg chg="mod">
          <ac:chgData name="Evelinny Souza" userId="dd5d8b5dd0d20d2d" providerId="LiveId" clId="{B1A372FE-9C2C-4874-8CAE-DA080AF6C725}" dt="2024-04-21T17:03:57.236" v="9" actId="20577"/>
          <ac:spMkLst>
            <pc:docMk/>
            <pc:sldMk cId="938926697" sldId="256"/>
            <ac:spMk id="2" creationId="{BAE6D0B2-AB71-5AB8-54DA-503C8BECC73E}"/>
          </ac:spMkLst>
        </pc:spChg>
        <pc:spChg chg="mod">
          <ac:chgData name="Evelinny Souza" userId="dd5d8b5dd0d20d2d" providerId="LiveId" clId="{B1A372FE-9C2C-4874-8CAE-DA080AF6C725}" dt="2024-04-21T18:25:32.472" v="1074" actId="20577"/>
          <ac:spMkLst>
            <pc:docMk/>
            <pc:sldMk cId="938926697" sldId="256"/>
            <ac:spMk id="3" creationId="{6E20F618-ADEE-F9B9-FEC7-D382C579D8AD}"/>
          </ac:spMkLst>
        </pc:spChg>
        <pc:spChg chg="add mod">
          <ac:chgData name="Evelinny Souza" userId="dd5d8b5dd0d20d2d" providerId="LiveId" clId="{B1A372FE-9C2C-4874-8CAE-DA080AF6C725}" dt="2024-04-21T18:25:56.198" v="1088" actId="207"/>
          <ac:spMkLst>
            <pc:docMk/>
            <pc:sldMk cId="938926697" sldId="256"/>
            <ac:spMk id="4" creationId="{6ED71E78-DD1A-F662-6F12-61D2EB486E90}"/>
          </ac:spMkLst>
        </pc:spChg>
      </pc:sldChg>
      <pc:sldChg chg="modSp del mod">
        <pc:chgData name="Evelinny Souza" userId="dd5d8b5dd0d20d2d" providerId="LiveId" clId="{B1A372FE-9C2C-4874-8CAE-DA080AF6C725}" dt="2024-04-21T17:26:41.098" v="226" actId="47"/>
        <pc:sldMkLst>
          <pc:docMk/>
          <pc:sldMk cId="546721020" sldId="257"/>
        </pc:sldMkLst>
        <pc:spChg chg="mod">
          <ac:chgData name="Evelinny Souza" userId="dd5d8b5dd0d20d2d" providerId="LiveId" clId="{B1A372FE-9C2C-4874-8CAE-DA080AF6C725}" dt="2024-04-21T17:06:00.284" v="83" actId="14100"/>
          <ac:spMkLst>
            <pc:docMk/>
            <pc:sldMk cId="546721020" sldId="257"/>
            <ac:spMk id="2" creationId="{AF231C61-F8B2-F22C-3EC3-71E50FF94DEA}"/>
          </ac:spMkLst>
        </pc:spChg>
      </pc:sldChg>
      <pc:sldChg chg="addSp delSp modSp mod ord">
        <pc:chgData name="Evelinny Souza" userId="dd5d8b5dd0d20d2d" providerId="LiveId" clId="{B1A372FE-9C2C-4874-8CAE-DA080AF6C725}" dt="2024-04-21T18:28:24.740" v="1121" actId="1076"/>
        <pc:sldMkLst>
          <pc:docMk/>
          <pc:sldMk cId="3133713478" sldId="258"/>
        </pc:sldMkLst>
        <pc:spChg chg="mod">
          <ac:chgData name="Evelinny Souza" userId="dd5d8b5dd0d20d2d" providerId="LiveId" clId="{B1A372FE-9C2C-4874-8CAE-DA080AF6C725}" dt="2024-04-21T18:27:47.008" v="1115" actId="20577"/>
          <ac:spMkLst>
            <pc:docMk/>
            <pc:sldMk cId="3133713478" sldId="258"/>
            <ac:spMk id="2" creationId="{E8FA7B2A-D1E4-839E-3D88-E31F0E9A8979}"/>
          </ac:spMkLst>
        </pc:spChg>
        <pc:spChg chg="del">
          <ac:chgData name="Evelinny Souza" userId="dd5d8b5dd0d20d2d" providerId="LiveId" clId="{B1A372FE-9C2C-4874-8CAE-DA080AF6C725}" dt="2024-04-21T17:32:32.827" v="243" actId="478"/>
          <ac:spMkLst>
            <pc:docMk/>
            <pc:sldMk cId="3133713478" sldId="258"/>
            <ac:spMk id="3" creationId="{CD2E931E-E20F-86DD-E867-F5CD9740868A}"/>
          </ac:spMkLst>
        </pc:spChg>
        <pc:spChg chg="add del mod">
          <ac:chgData name="Evelinny Souza" userId="dd5d8b5dd0d20d2d" providerId="LiveId" clId="{B1A372FE-9C2C-4874-8CAE-DA080AF6C725}" dt="2024-04-21T17:32:37.269" v="245" actId="478"/>
          <ac:spMkLst>
            <pc:docMk/>
            <pc:sldMk cId="3133713478" sldId="258"/>
            <ac:spMk id="7" creationId="{C0752203-95A5-FAFE-59DD-3638482872AD}"/>
          </ac:spMkLst>
        </pc:spChg>
        <pc:spChg chg="add">
          <ac:chgData name="Evelinny Souza" userId="dd5d8b5dd0d20d2d" providerId="LiveId" clId="{B1A372FE-9C2C-4874-8CAE-DA080AF6C725}" dt="2024-04-21T17:32:34.091" v="244"/>
          <ac:spMkLst>
            <pc:docMk/>
            <pc:sldMk cId="3133713478" sldId="258"/>
            <ac:spMk id="9" creationId="{2A220275-3972-1A2F-4306-A4D97CB11D05}"/>
          </ac:spMkLst>
        </pc:spChg>
        <pc:spChg chg="add del mod">
          <ac:chgData name="Evelinny Souza" userId="dd5d8b5dd0d20d2d" providerId="LiveId" clId="{B1A372FE-9C2C-4874-8CAE-DA080AF6C725}" dt="2024-04-21T17:32:39.717" v="247" actId="478"/>
          <ac:spMkLst>
            <pc:docMk/>
            <pc:sldMk cId="3133713478" sldId="258"/>
            <ac:spMk id="10" creationId="{381E0960-0F38-2EF9-09E7-32C56D2D604C}"/>
          </ac:spMkLst>
        </pc:spChg>
        <pc:picChg chg="del mod">
          <ac:chgData name="Evelinny Souza" userId="dd5d8b5dd0d20d2d" providerId="LiveId" clId="{B1A372FE-9C2C-4874-8CAE-DA080AF6C725}" dt="2024-04-21T17:32:27.531" v="241" actId="478"/>
          <ac:picMkLst>
            <pc:docMk/>
            <pc:sldMk cId="3133713478" sldId="258"/>
            <ac:picMk id="5" creationId="{09F40F5E-883C-770B-CA9A-E21059A4D45E}"/>
          </ac:picMkLst>
        </pc:picChg>
        <pc:picChg chg="del mod">
          <ac:chgData name="Evelinny Souza" userId="dd5d8b5dd0d20d2d" providerId="LiveId" clId="{B1A372FE-9C2C-4874-8CAE-DA080AF6C725}" dt="2024-04-21T17:32:29.114" v="242" actId="478"/>
          <ac:picMkLst>
            <pc:docMk/>
            <pc:sldMk cId="3133713478" sldId="258"/>
            <ac:picMk id="8" creationId="{72D6C9C5-67F0-94E1-41C3-14B89F10793D}"/>
          </ac:picMkLst>
        </pc:picChg>
        <pc:picChg chg="del mod">
          <ac:chgData name="Evelinny Souza" userId="dd5d8b5dd0d20d2d" providerId="LiveId" clId="{B1A372FE-9C2C-4874-8CAE-DA080AF6C725}" dt="2024-04-21T17:32:26.058" v="240" actId="478"/>
          <ac:picMkLst>
            <pc:docMk/>
            <pc:sldMk cId="3133713478" sldId="258"/>
            <ac:picMk id="2050" creationId="{FCDF9C11-8873-8CFF-7864-E1A4A7486AFF}"/>
          </ac:picMkLst>
        </pc:picChg>
        <pc:picChg chg="add mod">
          <ac:chgData name="Evelinny Souza" userId="dd5d8b5dd0d20d2d" providerId="LiveId" clId="{B1A372FE-9C2C-4874-8CAE-DA080AF6C725}" dt="2024-04-21T17:37:37.850" v="266" actId="1076"/>
          <ac:picMkLst>
            <pc:docMk/>
            <pc:sldMk cId="3133713478" sldId="258"/>
            <ac:picMk id="3078" creationId="{33FDD483-E5C3-4E6D-44E2-3F3BF06DB2F1}"/>
          </ac:picMkLst>
        </pc:picChg>
        <pc:picChg chg="add mod">
          <ac:chgData name="Evelinny Souza" userId="dd5d8b5dd0d20d2d" providerId="LiveId" clId="{B1A372FE-9C2C-4874-8CAE-DA080AF6C725}" dt="2024-04-21T18:28:24.740" v="1121" actId="1076"/>
          <ac:picMkLst>
            <pc:docMk/>
            <pc:sldMk cId="3133713478" sldId="258"/>
            <ac:picMk id="3080" creationId="{F9A32220-B42F-A79C-BFAA-734D317FC177}"/>
          </ac:picMkLst>
        </pc:picChg>
        <pc:picChg chg="add mod">
          <ac:chgData name="Evelinny Souza" userId="dd5d8b5dd0d20d2d" providerId="LiveId" clId="{B1A372FE-9C2C-4874-8CAE-DA080AF6C725}" dt="2024-04-21T18:19:12.105" v="611" actId="1076"/>
          <ac:picMkLst>
            <pc:docMk/>
            <pc:sldMk cId="3133713478" sldId="258"/>
            <ac:picMk id="3082" creationId="{D68D6EAE-55F8-68E8-F062-A3F86E1250FD}"/>
          </ac:picMkLst>
        </pc:picChg>
        <pc:picChg chg="add del">
          <ac:chgData name="Evelinny Souza" userId="dd5d8b5dd0d20d2d" providerId="LiveId" clId="{B1A372FE-9C2C-4874-8CAE-DA080AF6C725}" dt="2024-04-21T17:34:31.243" v="258" actId="478"/>
          <ac:picMkLst>
            <pc:docMk/>
            <pc:sldMk cId="3133713478" sldId="258"/>
            <ac:picMk id="3084" creationId="{47B33146-14BA-F093-9CD5-42E06E47BAA3}"/>
          </ac:picMkLst>
        </pc:picChg>
        <pc:picChg chg="add mod">
          <ac:chgData name="Evelinny Souza" userId="dd5d8b5dd0d20d2d" providerId="LiveId" clId="{B1A372FE-9C2C-4874-8CAE-DA080AF6C725}" dt="2024-04-21T17:34:46.661" v="261" actId="1076"/>
          <ac:picMkLst>
            <pc:docMk/>
            <pc:sldMk cId="3133713478" sldId="258"/>
            <ac:picMk id="3086" creationId="{09D68FD2-E447-E21E-3DAA-F43C1B20C676}"/>
          </ac:picMkLst>
        </pc:picChg>
        <pc:picChg chg="add mod">
          <ac:chgData name="Evelinny Souza" userId="dd5d8b5dd0d20d2d" providerId="LiveId" clId="{B1A372FE-9C2C-4874-8CAE-DA080AF6C725}" dt="2024-04-21T17:37:26.668" v="265" actId="1076"/>
          <ac:picMkLst>
            <pc:docMk/>
            <pc:sldMk cId="3133713478" sldId="258"/>
            <ac:picMk id="3088" creationId="{64F866CB-DBBD-E779-316B-7975AAE246E9}"/>
          </ac:picMkLst>
        </pc:picChg>
      </pc:sldChg>
      <pc:sldChg chg="addSp delSp modSp mod ord">
        <pc:chgData name="Evelinny Souza" userId="dd5d8b5dd0d20d2d" providerId="LiveId" clId="{B1A372FE-9C2C-4874-8CAE-DA080AF6C725}" dt="2024-04-21T18:37:26.891" v="1189" actId="478"/>
        <pc:sldMkLst>
          <pc:docMk/>
          <pc:sldMk cId="2586518911" sldId="259"/>
        </pc:sldMkLst>
        <pc:spChg chg="mod">
          <ac:chgData name="Evelinny Souza" userId="dd5d8b5dd0d20d2d" providerId="LiveId" clId="{B1A372FE-9C2C-4874-8CAE-DA080AF6C725}" dt="2024-04-21T18:25:09.989" v="1065" actId="108"/>
          <ac:spMkLst>
            <pc:docMk/>
            <pc:sldMk cId="2586518911" sldId="259"/>
            <ac:spMk id="2" creationId="{085950A0-6591-76A8-7816-E6801AAB4904}"/>
          </ac:spMkLst>
        </pc:spChg>
        <pc:spChg chg="mod">
          <ac:chgData name="Evelinny Souza" userId="dd5d8b5dd0d20d2d" providerId="LiveId" clId="{B1A372FE-9C2C-4874-8CAE-DA080AF6C725}" dt="2024-04-21T18:36:30.863" v="1185" actId="20577"/>
          <ac:spMkLst>
            <pc:docMk/>
            <pc:sldMk cId="2586518911" sldId="259"/>
            <ac:spMk id="3" creationId="{DFB5D492-6C64-39D3-FC8C-78D3FAB107E6}"/>
          </ac:spMkLst>
        </pc:spChg>
        <pc:picChg chg="add del mod">
          <ac:chgData name="Evelinny Souza" userId="dd5d8b5dd0d20d2d" providerId="LiveId" clId="{B1A372FE-9C2C-4874-8CAE-DA080AF6C725}" dt="2024-04-21T18:37:26.891" v="1189" actId="478"/>
          <ac:picMkLst>
            <pc:docMk/>
            <pc:sldMk cId="2586518911" sldId="259"/>
            <ac:picMk id="4" creationId="{34D303A5-03D2-E1C5-2ACF-3E7079C2CF37}"/>
          </ac:picMkLst>
        </pc:picChg>
      </pc:sldChg>
      <pc:sldChg chg="addSp delSp modSp del mod">
        <pc:chgData name="Evelinny Souza" userId="dd5d8b5dd0d20d2d" providerId="LiveId" clId="{B1A372FE-9C2C-4874-8CAE-DA080AF6C725}" dt="2024-04-21T17:19:14.805" v="171" actId="2696"/>
        <pc:sldMkLst>
          <pc:docMk/>
          <pc:sldMk cId="2965874596" sldId="260"/>
        </pc:sldMkLst>
        <pc:spChg chg="mod">
          <ac:chgData name="Evelinny Souza" userId="dd5d8b5dd0d20d2d" providerId="LiveId" clId="{B1A372FE-9C2C-4874-8CAE-DA080AF6C725}" dt="2024-04-21T17:15:40.587" v="159" actId="21"/>
          <ac:spMkLst>
            <pc:docMk/>
            <pc:sldMk cId="2965874596" sldId="260"/>
            <ac:spMk id="2" creationId="{882E2C6F-3048-B820-21C4-F31C643A9570}"/>
          </ac:spMkLst>
        </pc:spChg>
        <pc:spChg chg="del mod">
          <ac:chgData name="Evelinny Souza" userId="dd5d8b5dd0d20d2d" providerId="LiveId" clId="{B1A372FE-9C2C-4874-8CAE-DA080AF6C725}" dt="2024-04-21T17:14:48.566" v="150" actId="478"/>
          <ac:spMkLst>
            <pc:docMk/>
            <pc:sldMk cId="2965874596" sldId="260"/>
            <ac:spMk id="3" creationId="{4CDBA3E5-FE82-BA29-7C35-B4114784E638}"/>
          </ac:spMkLst>
        </pc:spChg>
        <pc:spChg chg="add del mod">
          <ac:chgData name="Evelinny Souza" userId="dd5d8b5dd0d20d2d" providerId="LiveId" clId="{B1A372FE-9C2C-4874-8CAE-DA080AF6C725}" dt="2024-04-21T17:14:53.965" v="151" actId="478"/>
          <ac:spMkLst>
            <pc:docMk/>
            <pc:sldMk cId="2965874596" sldId="260"/>
            <ac:spMk id="5" creationId="{57902811-B516-CFD9-CFF4-510E82526312}"/>
          </ac:spMkLst>
        </pc:spChg>
        <pc:picChg chg="add del mod">
          <ac:chgData name="Evelinny Souza" userId="dd5d8b5dd0d20d2d" providerId="LiveId" clId="{B1A372FE-9C2C-4874-8CAE-DA080AF6C725}" dt="2024-04-21T17:18:30.111" v="164" actId="21"/>
          <ac:picMkLst>
            <pc:docMk/>
            <pc:sldMk cId="2965874596" sldId="260"/>
            <ac:picMk id="6" creationId="{FF567AFB-94CB-222D-91E3-9AB6578D6AB0}"/>
          </ac:picMkLst>
        </pc:picChg>
        <pc:picChg chg="add mod">
          <ac:chgData name="Evelinny Souza" userId="dd5d8b5dd0d20d2d" providerId="LiveId" clId="{B1A372FE-9C2C-4874-8CAE-DA080AF6C725}" dt="2024-04-21T17:19:09.645" v="170"/>
          <ac:picMkLst>
            <pc:docMk/>
            <pc:sldMk cId="2965874596" sldId="260"/>
            <ac:picMk id="7" creationId="{EFC10A4E-F4F2-21C4-FD46-8DEADFD0A4A3}"/>
          </ac:picMkLst>
        </pc:picChg>
      </pc:sldChg>
      <pc:sldChg chg="modSp mod ord">
        <pc:chgData name="Evelinny Souza" userId="dd5d8b5dd0d20d2d" providerId="LiveId" clId="{B1A372FE-9C2C-4874-8CAE-DA080AF6C725}" dt="2024-04-21T18:38:39.714" v="1193"/>
        <pc:sldMkLst>
          <pc:docMk/>
          <pc:sldMk cId="1290119849" sldId="261"/>
        </pc:sldMkLst>
        <pc:picChg chg="mod">
          <ac:chgData name="Evelinny Souza" userId="dd5d8b5dd0d20d2d" providerId="LiveId" clId="{B1A372FE-9C2C-4874-8CAE-DA080AF6C725}" dt="2024-04-21T18:08:25.824" v="406" actId="1076"/>
          <ac:picMkLst>
            <pc:docMk/>
            <pc:sldMk cId="1290119849" sldId="261"/>
            <ac:picMk id="6" creationId="{476BD109-668F-FAE1-DB7B-496C0B41FE1F}"/>
          </ac:picMkLst>
        </pc:picChg>
      </pc:sldChg>
      <pc:sldChg chg="modSp add del mod">
        <pc:chgData name="Evelinny Souza" userId="dd5d8b5dd0d20d2d" providerId="LiveId" clId="{B1A372FE-9C2C-4874-8CAE-DA080AF6C725}" dt="2024-04-21T17:04:11.224" v="12" actId="47"/>
        <pc:sldMkLst>
          <pc:docMk/>
          <pc:sldMk cId="4165637930" sldId="262"/>
        </pc:sldMkLst>
        <pc:spChg chg="mod">
          <ac:chgData name="Evelinny Souza" userId="dd5d8b5dd0d20d2d" providerId="LiveId" clId="{B1A372FE-9C2C-4874-8CAE-DA080AF6C725}" dt="2024-04-21T17:03:29.038" v="4"/>
          <ac:spMkLst>
            <pc:docMk/>
            <pc:sldMk cId="4165637930" sldId="262"/>
            <ac:spMk id="2" creationId="{FF689C82-DBE1-77F2-2039-0FA60BD8540D}"/>
          </ac:spMkLst>
        </pc:spChg>
        <pc:spChg chg="mod">
          <ac:chgData name="Evelinny Souza" userId="dd5d8b5dd0d20d2d" providerId="LiveId" clId="{B1A372FE-9C2C-4874-8CAE-DA080AF6C725}" dt="2024-04-21T17:03:29.038" v="4"/>
          <ac:spMkLst>
            <pc:docMk/>
            <pc:sldMk cId="4165637930" sldId="262"/>
            <ac:spMk id="3" creationId="{55F7F40B-EC66-5093-383C-D9C4F514577A}"/>
          </ac:spMkLst>
        </pc:spChg>
      </pc:sldChg>
      <pc:sldChg chg="addSp delSp modSp mod">
        <pc:chgData name="Evelinny Souza" userId="dd5d8b5dd0d20d2d" providerId="LiveId" clId="{B1A372FE-9C2C-4874-8CAE-DA080AF6C725}" dt="2024-04-21T18:27:32.469" v="1106" actId="20577"/>
        <pc:sldMkLst>
          <pc:docMk/>
          <pc:sldMk cId="348001568" sldId="264"/>
        </pc:sldMkLst>
        <pc:spChg chg="mod">
          <ac:chgData name="Evelinny Souza" userId="dd5d8b5dd0d20d2d" providerId="LiveId" clId="{B1A372FE-9C2C-4874-8CAE-DA080AF6C725}" dt="2024-04-21T18:27:32.469" v="1106" actId="20577"/>
          <ac:spMkLst>
            <pc:docMk/>
            <pc:sldMk cId="348001568" sldId="264"/>
            <ac:spMk id="2" creationId="{9D473D39-BFAD-3E0C-EA67-0278A625C849}"/>
          </ac:spMkLst>
        </pc:spChg>
        <pc:spChg chg="mod">
          <ac:chgData name="Evelinny Souza" userId="dd5d8b5dd0d20d2d" providerId="LiveId" clId="{B1A372FE-9C2C-4874-8CAE-DA080AF6C725}" dt="2024-04-21T17:14:27.062" v="126" actId="1076"/>
          <ac:spMkLst>
            <pc:docMk/>
            <pc:sldMk cId="348001568" sldId="264"/>
            <ac:spMk id="3" creationId="{BF31591F-BF71-B817-14F9-C018FF76B1BD}"/>
          </ac:spMkLst>
        </pc:spChg>
        <pc:spChg chg="add del mod">
          <ac:chgData name="Evelinny Souza" userId="dd5d8b5dd0d20d2d" providerId="LiveId" clId="{B1A372FE-9C2C-4874-8CAE-DA080AF6C725}" dt="2024-04-21T17:25:47.738" v="225"/>
          <ac:spMkLst>
            <pc:docMk/>
            <pc:sldMk cId="348001568" sldId="264"/>
            <ac:spMk id="4" creationId="{D22E7AE6-C63F-643B-88C0-8B844F072359}"/>
          </ac:spMkLst>
        </pc:spChg>
        <pc:picChg chg="del">
          <ac:chgData name="Evelinny Souza" userId="dd5d8b5dd0d20d2d" providerId="LiveId" clId="{B1A372FE-9C2C-4874-8CAE-DA080AF6C725}" dt="2024-04-21T17:14:31.659" v="127" actId="21"/>
          <ac:picMkLst>
            <pc:docMk/>
            <pc:sldMk cId="348001568" sldId="264"/>
            <ac:picMk id="5" creationId="{FF567AFB-94CB-222D-91E3-9AB6578D6AB0}"/>
          </ac:picMkLst>
        </pc:picChg>
        <pc:picChg chg="add del mod">
          <ac:chgData name="Evelinny Souza" userId="dd5d8b5dd0d20d2d" providerId="LiveId" clId="{B1A372FE-9C2C-4874-8CAE-DA080AF6C725}" dt="2024-04-21T17:18:46.625" v="169" actId="478"/>
          <ac:picMkLst>
            <pc:docMk/>
            <pc:sldMk cId="348001568" sldId="264"/>
            <ac:picMk id="6" creationId="{FF567AFB-94CB-222D-91E3-9AB6578D6AB0}"/>
          </ac:picMkLst>
        </pc:picChg>
        <pc:picChg chg="add del mod">
          <ac:chgData name="Evelinny Souza" userId="dd5d8b5dd0d20d2d" providerId="LiveId" clId="{B1A372FE-9C2C-4874-8CAE-DA080AF6C725}" dt="2024-04-21T17:19:26.485" v="187" actId="478"/>
          <ac:picMkLst>
            <pc:docMk/>
            <pc:sldMk cId="348001568" sldId="264"/>
            <ac:picMk id="1026" creationId="{751406B4-BDFB-2221-A4B4-ED98D2ED234D}"/>
          </ac:picMkLst>
        </pc:picChg>
        <pc:picChg chg="add mod">
          <ac:chgData name="Evelinny Souza" userId="dd5d8b5dd0d20d2d" providerId="LiveId" clId="{B1A372FE-9C2C-4874-8CAE-DA080AF6C725}" dt="2024-04-21T18:27:07.032" v="1097" actId="1076"/>
          <ac:picMkLst>
            <pc:docMk/>
            <pc:sldMk cId="348001568" sldId="264"/>
            <ac:picMk id="1028" creationId="{9E5C1904-F3DB-529C-C896-68FC9314A81D}"/>
          </ac:picMkLst>
        </pc:picChg>
        <pc:picChg chg="add del mod">
          <ac:chgData name="Evelinny Souza" userId="dd5d8b5dd0d20d2d" providerId="LiveId" clId="{B1A372FE-9C2C-4874-8CAE-DA080AF6C725}" dt="2024-04-21T17:23:44.012" v="220" actId="478"/>
          <ac:picMkLst>
            <pc:docMk/>
            <pc:sldMk cId="348001568" sldId="264"/>
            <ac:picMk id="1030" creationId="{2878F7BE-33A8-3E86-818C-7EF2837A99DD}"/>
          </ac:picMkLst>
        </pc:picChg>
        <pc:picChg chg="add mod">
          <ac:chgData name="Evelinny Souza" userId="dd5d8b5dd0d20d2d" providerId="LiveId" clId="{B1A372FE-9C2C-4874-8CAE-DA080AF6C725}" dt="2024-04-21T17:31:48.782" v="238" actId="1076"/>
          <ac:picMkLst>
            <pc:docMk/>
            <pc:sldMk cId="348001568" sldId="264"/>
            <ac:picMk id="1032" creationId="{AF6CDF13-6831-009D-7AF6-0CEEA8ED4984}"/>
          </ac:picMkLst>
        </pc:picChg>
        <pc:picChg chg="add mod">
          <ac:chgData name="Evelinny Souza" userId="dd5d8b5dd0d20d2d" providerId="LiveId" clId="{B1A372FE-9C2C-4874-8CAE-DA080AF6C725}" dt="2024-04-21T17:31:50.834" v="239" actId="1076"/>
          <ac:picMkLst>
            <pc:docMk/>
            <pc:sldMk cId="348001568" sldId="264"/>
            <ac:picMk id="1034" creationId="{111ED8F8-F301-BCE8-F5E5-1284E9478357}"/>
          </ac:picMkLst>
        </pc:picChg>
      </pc:sldChg>
      <pc:sldChg chg="addSp modSp add del mod ord">
        <pc:chgData name="Evelinny Souza" userId="dd5d8b5dd0d20d2d" providerId="LiveId" clId="{B1A372FE-9C2C-4874-8CAE-DA080AF6C725}" dt="2024-04-22T01:29:54.001" v="1342" actId="20577"/>
        <pc:sldMkLst>
          <pc:docMk/>
          <pc:sldMk cId="448388216" sldId="265"/>
        </pc:sldMkLst>
        <pc:spChg chg="mod">
          <ac:chgData name="Evelinny Souza" userId="dd5d8b5dd0d20d2d" providerId="LiveId" clId="{B1A372FE-9C2C-4874-8CAE-DA080AF6C725}" dt="2024-04-21T17:54:34.745" v="317" actId="20577"/>
          <ac:spMkLst>
            <pc:docMk/>
            <pc:sldMk cId="448388216" sldId="265"/>
            <ac:spMk id="2" creationId="{BE317D3B-8442-5C50-5795-8B611FCAEB28}"/>
          </ac:spMkLst>
        </pc:spChg>
        <pc:spChg chg="mod">
          <ac:chgData name="Evelinny Souza" userId="dd5d8b5dd0d20d2d" providerId="LiveId" clId="{B1A372FE-9C2C-4874-8CAE-DA080AF6C725}" dt="2024-04-22T01:29:54.001" v="1342" actId="20577"/>
          <ac:spMkLst>
            <pc:docMk/>
            <pc:sldMk cId="448388216" sldId="265"/>
            <ac:spMk id="3" creationId="{4CC94CD3-286B-3D58-DDCA-23A68FF25E01}"/>
          </ac:spMkLst>
        </pc:spChg>
        <pc:picChg chg="add mod">
          <ac:chgData name="Evelinny Souza" userId="dd5d8b5dd0d20d2d" providerId="LiveId" clId="{B1A372FE-9C2C-4874-8CAE-DA080AF6C725}" dt="2024-04-21T18:36:03.229" v="1162" actId="1036"/>
          <ac:picMkLst>
            <pc:docMk/>
            <pc:sldMk cId="448388216" sldId="265"/>
            <ac:picMk id="4098" creationId="{9AD96DA3-F2CD-63E8-3AB6-EF416A7D5C2E}"/>
          </ac:picMkLst>
        </pc:picChg>
        <pc:picChg chg="add mod">
          <ac:chgData name="Evelinny Souza" userId="dd5d8b5dd0d20d2d" providerId="LiveId" clId="{B1A372FE-9C2C-4874-8CAE-DA080AF6C725}" dt="2024-04-21T18:19:27.536" v="615" actId="14100"/>
          <ac:picMkLst>
            <pc:docMk/>
            <pc:sldMk cId="448388216" sldId="265"/>
            <ac:picMk id="5122" creationId="{4EF6CA69-8BBD-A771-1F64-EB6C834BAB06}"/>
          </ac:picMkLst>
        </pc:picChg>
      </pc:sldChg>
      <pc:sldChg chg="addSp delSp modSp del mod">
        <pc:chgData name="Evelinny Souza" userId="dd5d8b5dd0d20d2d" providerId="LiveId" clId="{B1A372FE-9C2C-4874-8CAE-DA080AF6C725}" dt="2024-04-21T18:17:43.799" v="593" actId="47"/>
        <pc:sldMkLst>
          <pc:docMk/>
          <pc:sldMk cId="2962462014" sldId="266"/>
        </pc:sldMkLst>
        <pc:spChg chg="mod">
          <ac:chgData name="Evelinny Souza" userId="dd5d8b5dd0d20d2d" providerId="LiveId" clId="{B1A372FE-9C2C-4874-8CAE-DA080AF6C725}" dt="2024-04-21T17:03:29.038" v="4"/>
          <ac:spMkLst>
            <pc:docMk/>
            <pc:sldMk cId="2962462014" sldId="266"/>
            <ac:spMk id="2" creationId="{E9B86647-3382-6A55-C60B-7ED0576688CD}"/>
          </ac:spMkLst>
        </pc:spChg>
        <pc:spChg chg="del mod">
          <ac:chgData name="Evelinny Souza" userId="dd5d8b5dd0d20d2d" providerId="LiveId" clId="{B1A372FE-9C2C-4874-8CAE-DA080AF6C725}" dt="2024-04-21T18:11:16.206" v="463" actId="21"/>
          <ac:spMkLst>
            <pc:docMk/>
            <pc:sldMk cId="2962462014" sldId="266"/>
            <ac:spMk id="3" creationId="{3847F4B0-294D-AD35-C51E-D0236BE744B6}"/>
          </ac:spMkLst>
        </pc:spChg>
        <pc:spChg chg="add mod">
          <ac:chgData name="Evelinny Souza" userId="dd5d8b5dd0d20d2d" providerId="LiveId" clId="{B1A372FE-9C2C-4874-8CAE-DA080AF6C725}" dt="2024-04-21T18:11:16.206" v="463" actId="21"/>
          <ac:spMkLst>
            <pc:docMk/>
            <pc:sldMk cId="2962462014" sldId="266"/>
            <ac:spMk id="5" creationId="{6B1DC250-31D2-4CF5-E3CC-F0A294413E2B}"/>
          </ac:spMkLst>
        </pc:spChg>
      </pc:sldChg>
      <pc:sldChg chg="modSp">
        <pc:chgData name="Evelinny Souza" userId="dd5d8b5dd0d20d2d" providerId="LiveId" clId="{B1A372FE-9C2C-4874-8CAE-DA080AF6C725}" dt="2024-04-21T17:03:29.038" v="4"/>
        <pc:sldMkLst>
          <pc:docMk/>
          <pc:sldMk cId="199460944" sldId="268"/>
        </pc:sldMkLst>
        <pc:spChg chg="mod">
          <ac:chgData name="Evelinny Souza" userId="dd5d8b5dd0d20d2d" providerId="LiveId" clId="{B1A372FE-9C2C-4874-8CAE-DA080AF6C725}" dt="2024-04-21T17:03:29.038" v="4"/>
          <ac:spMkLst>
            <pc:docMk/>
            <pc:sldMk cId="199460944" sldId="268"/>
            <ac:spMk id="2" creationId="{6E09E8E7-BB32-27F7-697B-97FE1BD2AF54}"/>
          </ac:spMkLst>
        </pc:spChg>
      </pc:sldChg>
      <pc:sldChg chg="modSp del">
        <pc:chgData name="Evelinny Souza" userId="dd5d8b5dd0d20d2d" providerId="LiveId" clId="{B1A372FE-9C2C-4874-8CAE-DA080AF6C725}" dt="2024-04-21T18:09:15.567" v="407" actId="47"/>
        <pc:sldMkLst>
          <pc:docMk/>
          <pc:sldMk cId="2605471362" sldId="269"/>
        </pc:sldMkLst>
        <pc:spChg chg="mod">
          <ac:chgData name="Evelinny Souza" userId="dd5d8b5dd0d20d2d" providerId="LiveId" clId="{B1A372FE-9C2C-4874-8CAE-DA080AF6C725}" dt="2024-04-21T17:03:29.038" v="4"/>
          <ac:spMkLst>
            <pc:docMk/>
            <pc:sldMk cId="2605471362" sldId="269"/>
            <ac:spMk id="2" creationId="{F58B5C28-DB03-8D83-EAF5-C7B047EEB4DF}"/>
          </ac:spMkLst>
        </pc:spChg>
        <pc:picChg chg="mod">
          <ac:chgData name="Evelinny Souza" userId="dd5d8b5dd0d20d2d" providerId="LiveId" clId="{B1A372FE-9C2C-4874-8CAE-DA080AF6C725}" dt="2024-04-21T17:03:29.038" v="4"/>
          <ac:picMkLst>
            <pc:docMk/>
            <pc:sldMk cId="2605471362" sldId="269"/>
            <ac:picMk id="5" creationId="{9AC01ED8-F2E7-B7B9-27FD-4E2640A70F41}"/>
          </ac:picMkLst>
        </pc:picChg>
      </pc:sldChg>
      <pc:sldChg chg="addSp delSp modSp mod">
        <pc:chgData name="Evelinny Souza" userId="dd5d8b5dd0d20d2d" providerId="LiveId" clId="{B1A372FE-9C2C-4874-8CAE-DA080AF6C725}" dt="2024-04-21T18:32:07.466" v="1145" actId="1582"/>
        <pc:sldMkLst>
          <pc:docMk/>
          <pc:sldMk cId="3593632650" sldId="270"/>
        </pc:sldMkLst>
        <pc:spChg chg="mod">
          <ac:chgData name="Evelinny Souza" userId="dd5d8b5dd0d20d2d" providerId="LiveId" clId="{B1A372FE-9C2C-4874-8CAE-DA080AF6C725}" dt="2024-04-21T18:17:37.937" v="592" actId="20577"/>
          <ac:spMkLst>
            <pc:docMk/>
            <pc:sldMk cId="3593632650" sldId="270"/>
            <ac:spMk id="2" creationId="{3D7AE722-8B1E-C879-2D89-0A4EE97CD3BF}"/>
          </ac:spMkLst>
        </pc:spChg>
        <pc:spChg chg="del">
          <ac:chgData name="Evelinny Souza" userId="dd5d8b5dd0d20d2d" providerId="LiveId" clId="{B1A372FE-9C2C-4874-8CAE-DA080AF6C725}" dt="2024-04-21T18:10:00.951" v="408" actId="478"/>
          <ac:spMkLst>
            <pc:docMk/>
            <pc:sldMk cId="3593632650" sldId="270"/>
            <ac:spMk id="4" creationId="{235DD6F5-A859-3B6D-300C-10EEE97C5E93}"/>
          </ac:spMkLst>
        </pc:spChg>
        <pc:spChg chg="add mod">
          <ac:chgData name="Evelinny Souza" userId="dd5d8b5dd0d20d2d" providerId="LiveId" clId="{B1A372FE-9C2C-4874-8CAE-DA080AF6C725}" dt="2024-04-21T18:15:48.784" v="582" actId="1076"/>
          <ac:spMkLst>
            <pc:docMk/>
            <pc:sldMk cId="3593632650" sldId="270"/>
            <ac:spMk id="5" creationId="{D6F49F53-D39B-9E1B-A588-954216EB6E07}"/>
          </ac:spMkLst>
        </pc:spChg>
        <pc:spChg chg="del">
          <ac:chgData name="Evelinny Souza" userId="dd5d8b5dd0d20d2d" providerId="LiveId" clId="{B1A372FE-9C2C-4874-8CAE-DA080AF6C725}" dt="2024-04-21T18:10:36.016" v="432" actId="478"/>
          <ac:spMkLst>
            <pc:docMk/>
            <pc:sldMk cId="3593632650" sldId="270"/>
            <ac:spMk id="6" creationId="{2B0A62C0-EFF3-8878-36ED-55E443A63D42}"/>
          </ac:spMkLst>
        </pc:spChg>
        <pc:spChg chg="add mod">
          <ac:chgData name="Evelinny Souza" userId="dd5d8b5dd0d20d2d" providerId="LiveId" clId="{B1A372FE-9C2C-4874-8CAE-DA080AF6C725}" dt="2024-04-21T18:14:34.073" v="570" actId="21"/>
          <ac:spMkLst>
            <pc:docMk/>
            <pc:sldMk cId="3593632650" sldId="270"/>
            <ac:spMk id="7" creationId="{3847F4B0-294D-AD35-C51E-D0236BE744B6}"/>
          </ac:spMkLst>
        </pc:spChg>
        <pc:spChg chg="add mod">
          <ac:chgData name="Evelinny Souza" userId="dd5d8b5dd0d20d2d" providerId="LiveId" clId="{B1A372FE-9C2C-4874-8CAE-DA080AF6C725}" dt="2024-04-21T18:31:48.769" v="1143" actId="20577"/>
          <ac:spMkLst>
            <pc:docMk/>
            <pc:sldMk cId="3593632650" sldId="270"/>
            <ac:spMk id="8" creationId="{0B6F588D-94D8-41DA-0E75-753C24A6A7F1}"/>
          </ac:spMkLst>
        </pc:spChg>
        <pc:spChg chg="add del mod">
          <ac:chgData name="Evelinny Souza" userId="dd5d8b5dd0d20d2d" providerId="LiveId" clId="{B1A372FE-9C2C-4874-8CAE-DA080AF6C725}" dt="2024-04-21T18:15:36.542" v="579" actId="478"/>
          <ac:spMkLst>
            <pc:docMk/>
            <pc:sldMk cId="3593632650" sldId="270"/>
            <ac:spMk id="9" creationId="{E11354A8-2F35-7A77-2C8D-1F82E0236CFB}"/>
          </ac:spMkLst>
        </pc:spChg>
        <pc:picChg chg="del mod">
          <ac:chgData name="Evelinny Souza" userId="dd5d8b5dd0d20d2d" providerId="LiveId" clId="{B1A372FE-9C2C-4874-8CAE-DA080AF6C725}" dt="2024-04-21T18:15:28.785" v="577" actId="478"/>
          <ac:picMkLst>
            <pc:docMk/>
            <pc:sldMk cId="3593632650" sldId="270"/>
            <ac:picMk id="1026" creationId="{998A679D-F2A7-7286-4553-494F9FD97BBE}"/>
          </ac:picMkLst>
        </pc:picChg>
        <pc:picChg chg="add mod">
          <ac:chgData name="Evelinny Souza" userId="dd5d8b5dd0d20d2d" providerId="LiveId" clId="{B1A372FE-9C2C-4874-8CAE-DA080AF6C725}" dt="2024-04-21T18:15:51.784" v="584" actId="1076"/>
          <ac:picMkLst>
            <pc:docMk/>
            <pc:sldMk cId="3593632650" sldId="270"/>
            <ac:picMk id="6146" creationId="{4D45434F-F90E-BF99-1872-BF07915C884F}"/>
          </ac:picMkLst>
        </pc:picChg>
        <pc:picChg chg="add mod">
          <ac:chgData name="Evelinny Souza" userId="dd5d8b5dd0d20d2d" providerId="LiveId" clId="{B1A372FE-9C2C-4874-8CAE-DA080AF6C725}" dt="2024-04-21T18:32:07.466" v="1145" actId="1582"/>
          <ac:picMkLst>
            <pc:docMk/>
            <pc:sldMk cId="3593632650" sldId="270"/>
            <ac:picMk id="6148" creationId="{205CAC72-9AB7-A9BF-A1AE-459828B5CDE1}"/>
          </ac:picMkLst>
        </pc:picChg>
      </pc:sldChg>
      <pc:sldChg chg="modSp mod">
        <pc:chgData name="Evelinny Souza" userId="dd5d8b5dd0d20d2d" providerId="LiveId" clId="{B1A372FE-9C2C-4874-8CAE-DA080AF6C725}" dt="2024-04-21T17:05:06.968" v="82" actId="20577"/>
        <pc:sldMkLst>
          <pc:docMk/>
          <pc:sldMk cId="657769478" sldId="271"/>
        </pc:sldMkLst>
        <pc:spChg chg="mod">
          <ac:chgData name="Evelinny Souza" userId="dd5d8b5dd0d20d2d" providerId="LiveId" clId="{B1A372FE-9C2C-4874-8CAE-DA080AF6C725}" dt="2024-04-21T17:05:06.968" v="82" actId="20577"/>
          <ac:spMkLst>
            <pc:docMk/>
            <pc:sldMk cId="657769478" sldId="271"/>
            <ac:spMk id="2" creationId="{F905F62B-33EC-CA77-F0A2-A008801DC61D}"/>
          </ac:spMkLst>
        </pc:spChg>
        <pc:picChg chg="mod">
          <ac:chgData name="Evelinny Souza" userId="dd5d8b5dd0d20d2d" providerId="LiveId" clId="{B1A372FE-9C2C-4874-8CAE-DA080AF6C725}" dt="2024-04-21T17:04:24.728" v="14" actId="14100"/>
          <ac:picMkLst>
            <pc:docMk/>
            <pc:sldMk cId="657769478" sldId="271"/>
            <ac:picMk id="5" creationId="{26A80300-CBA8-DEBF-9903-8B03FCE24598}"/>
          </ac:picMkLst>
        </pc:picChg>
      </pc:sldChg>
      <pc:sldChg chg="addSp delSp modSp del mod ord">
        <pc:chgData name="Evelinny Souza" userId="dd5d8b5dd0d20d2d" providerId="LiveId" clId="{B1A372FE-9C2C-4874-8CAE-DA080AF6C725}" dt="2024-04-21T18:39:59.864" v="1208" actId="47"/>
        <pc:sldMkLst>
          <pc:docMk/>
          <pc:sldMk cId="3699428215" sldId="272"/>
        </pc:sldMkLst>
        <pc:spChg chg="mod">
          <ac:chgData name="Evelinny Souza" userId="dd5d8b5dd0d20d2d" providerId="LiveId" clId="{B1A372FE-9C2C-4874-8CAE-DA080AF6C725}" dt="2024-04-21T18:32:40.039" v="1154" actId="1076"/>
          <ac:spMkLst>
            <pc:docMk/>
            <pc:sldMk cId="3699428215" sldId="272"/>
            <ac:spMk id="2" creationId="{660F5016-FB27-26B0-3AA1-2162E7D2D07A}"/>
          </ac:spMkLst>
        </pc:spChg>
        <pc:spChg chg="add mod">
          <ac:chgData name="Evelinny Souza" userId="dd5d8b5dd0d20d2d" providerId="LiveId" clId="{B1A372FE-9C2C-4874-8CAE-DA080AF6C725}" dt="2024-04-21T18:31:05.859" v="1139" actId="20577"/>
          <ac:spMkLst>
            <pc:docMk/>
            <pc:sldMk cId="3699428215" sldId="272"/>
            <ac:spMk id="3" creationId="{8016B995-7C3C-475C-3309-8C879CA1DF4B}"/>
          </ac:spMkLst>
        </pc:spChg>
        <pc:picChg chg="add del mod">
          <ac:chgData name="Evelinny Souza" userId="dd5d8b5dd0d20d2d" providerId="LiveId" clId="{B1A372FE-9C2C-4874-8CAE-DA080AF6C725}" dt="2024-04-21T18:38:53.802" v="1195" actId="21"/>
          <ac:picMkLst>
            <pc:docMk/>
            <pc:sldMk cId="3699428215" sldId="272"/>
            <ac:picMk id="4" creationId="{34D303A5-03D2-E1C5-2ACF-3E7079C2CF37}"/>
          </ac:picMkLst>
        </pc:picChg>
        <pc:picChg chg="mod">
          <ac:chgData name="Evelinny Souza" userId="dd5d8b5dd0d20d2d" providerId="LiveId" clId="{B1A372FE-9C2C-4874-8CAE-DA080AF6C725}" dt="2024-04-21T18:32:36.068" v="1153" actId="1076"/>
          <ac:picMkLst>
            <pc:docMk/>
            <pc:sldMk cId="3699428215" sldId="272"/>
            <ac:picMk id="1026" creationId="{FE49F0F9-C1CA-8C1F-34F8-4D75079F40E1}"/>
          </ac:picMkLst>
        </pc:picChg>
      </pc:sldChg>
      <pc:sldChg chg="modSp mod">
        <pc:chgData name="Evelinny Souza" userId="dd5d8b5dd0d20d2d" providerId="LiveId" clId="{B1A372FE-9C2C-4874-8CAE-DA080AF6C725}" dt="2024-04-21T18:00:02.002" v="391" actId="122"/>
        <pc:sldMkLst>
          <pc:docMk/>
          <pc:sldMk cId="2283759418" sldId="273"/>
        </pc:sldMkLst>
        <pc:spChg chg="mod">
          <ac:chgData name="Evelinny Souza" userId="dd5d8b5dd0d20d2d" providerId="LiveId" clId="{B1A372FE-9C2C-4874-8CAE-DA080AF6C725}" dt="2024-04-21T18:00:02.002" v="391" actId="122"/>
          <ac:spMkLst>
            <pc:docMk/>
            <pc:sldMk cId="2283759418" sldId="273"/>
            <ac:spMk id="6" creationId="{4088FCE8-CA56-7F79-4A27-F87BFB3432A1}"/>
          </ac:spMkLst>
        </pc:spChg>
        <pc:picChg chg="mod">
          <ac:chgData name="Evelinny Souza" userId="dd5d8b5dd0d20d2d" providerId="LiveId" clId="{B1A372FE-9C2C-4874-8CAE-DA080AF6C725}" dt="2024-04-21T17:58:19.040" v="364" actId="1036"/>
          <ac:picMkLst>
            <pc:docMk/>
            <pc:sldMk cId="2283759418" sldId="273"/>
            <ac:picMk id="8" creationId="{87016D20-62BA-F5EA-31AA-83BA85C5598A}"/>
          </ac:picMkLst>
        </pc:picChg>
      </pc:sldChg>
      <pc:sldChg chg="modSp">
        <pc:chgData name="Evelinny Souza" userId="dd5d8b5dd0d20d2d" providerId="LiveId" clId="{B1A372FE-9C2C-4874-8CAE-DA080AF6C725}" dt="2024-04-21T17:08:31.874" v="109" actId="14100"/>
        <pc:sldMkLst>
          <pc:docMk/>
          <pc:sldMk cId="4111383003" sldId="274"/>
        </pc:sldMkLst>
        <pc:spChg chg="mod">
          <ac:chgData name="Evelinny Souza" userId="dd5d8b5dd0d20d2d" providerId="LiveId" clId="{B1A372FE-9C2C-4874-8CAE-DA080AF6C725}" dt="2024-04-21T17:03:29.038" v="4"/>
          <ac:spMkLst>
            <pc:docMk/>
            <pc:sldMk cId="4111383003" sldId="274"/>
            <ac:spMk id="2" creationId="{6076EA05-7674-FAF4-1F71-4FD7C47B456A}"/>
          </ac:spMkLst>
        </pc:spChg>
        <pc:picChg chg="mod">
          <ac:chgData name="Evelinny Souza" userId="dd5d8b5dd0d20d2d" providerId="LiveId" clId="{B1A372FE-9C2C-4874-8CAE-DA080AF6C725}" dt="2024-04-21T17:08:31.874" v="109" actId="14100"/>
          <ac:picMkLst>
            <pc:docMk/>
            <pc:sldMk cId="4111383003" sldId="274"/>
            <ac:picMk id="5124" creationId="{3C972C71-09BC-7CF0-C667-9005E251BCA3}"/>
          </ac:picMkLst>
        </pc:picChg>
      </pc:sldChg>
      <pc:sldChg chg="addSp delSp modSp mod ord">
        <pc:chgData name="Evelinny Souza" userId="dd5d8b5dd0d20d2d" providerId="LiveId" clId="{B1A372FE-9C2C-4874-8CAE-DA080AF6C725}" dt="2024-04-21T18:35:15.423" v="1161" actId="20577"/>
        <pc:sldMkLst>
          <pc:docMk/>
          <pc:sldMk cId="3886277805" sldId="275"/>
        </pc:sldMkLst>
        <pc:spChg chg="mod">
          <ac:chgData name="Evelinny Souza" userId="dd5d8b5dd0d20d2d" providerId="LiveId" clId="{B1A372FE-9C2C-4874-8CAE-DA080AF6C725}" dt="2024-04-21T18:35:15.423" v="1161" actId="20577"/>
          <ac:spMkLst>
            <pc:docMk/>
            <pc:sldMk cId="3886277805" sldId="275"/>
            <ac:spMk id="2" creationId="{CD5CB25B-3669-798D-B901-3D02E2DBB366}"/>
          </ac:spMkLst>
        </pc:spChg>
        <pc:picChg chg="add del mod">
          <ac:chgData name="Evelinny Souza" userId="dd5d8b5dd0d20d2d" providerId="LiveId" clId="{B1A372FE-9C2C-4874-8CAE-DA080AF6C725}" dt="2024-04-21T17:43:51.933" v="290" actId="21"/>
          <ac:picMkLst>
            <pc:docMk/>
            <pc:sldMk cId="3886277805" sldId="275"/>
            <ac:picMk id="4098" creationId="{9AD96DA3-F2CD-63E8-3AB6-EF416A7D5C2E}"/>
          </ac:picMkLst>
        </pc:picChg>
        <pc:picChg chg="mod">
          <ac:chgData name="Evelinny Souza" userId="dd5d8b5dd0d20d2d" providerId="LiveId" clId="{B1A372FE-9C2C-4874-8CAE-DA080AF6C725}" dt="2024-04-21T17:56:19.062" v="321" actId="1076"/>
          <ac:picMkLst>
            <pc:docMk/>
            <pc:sldMk cId="3886277805" sldId="275"/>
            <ac:picMk id="5122" creationId="{F585A421-D566-9617-E1E4-39328F3C28E7}"/>
          </ac:picMkLst>
        </pc:picChg>
      </pc:sldChg>
      <pc:sldChg chg="modSp mod">
        <pc:chgData name="Evelinny Souza" userId="dd5d8b5dd0d20d2d" providerId="LiveId" clId="{B1A372FE-9C2C-4874-8CAE-DA080AF6C725}" dt="2024-04-21T18:00:39.503" v="403" actId="947"/>
        <pc:sldMkLst>
          <pc:docMk/>
          <pc:sldMk cId="3650863722" sldId="276"/>
        </pc:sldMkLst>
        <pc:spChg chg="mod">
          <ac:chgData name="Evelinny Souza" userId="dd5d8b5dd0d20d2d" providerId="LiveId" clId="{B1A372FE-9C2C-4874-8CAE-DA080AF6C725}" dt="2024-04-21T18:00:39.503" v="403" actId="947"/>
          <ac:spMkLst>
            <pc:docMk/>
            <pc:sldMk cId="3650863722" sldId="276"/>
            <ac:spMk id="2" creationId="{BA43EBDC-0BA9-9719-4B18-7745A3EC0867}"/>
          </ac:spMkLst>
        </pc:spChg>
        <pc:picChg chg="mod">
          <ac:chgData name="Evelinny Souza" userId="dd5d8b5dd0d20d2d" providerId="LiveId" clId="{B1A372FE-9C2C-4874-8CAE-DA080AF6C725}" dt="2024-04-21T17:59:54.155" v="390" actId="1076"/>
          <ac:picMkLst>
            <pc:docMk/>
            <pc:sldMk cId="3650863722" sldId="276"/>
            <ac:picMk id="8194" creationId="{AE880330-13D3-BF87-7287-844D4A11EF59}"/>
          </ac:picMkLst>
        </pc:picChg>
      </pc:sldChg>
      <pc:sldChg chg="modSp add mod">
        <pc:chgData name="Evelinny Souza" userId="dd5d8b5dd0d20d2d" providerId="LiveId" clId="{B1A372FE-9C2C-4874-8CAE-DA080AF6C725}" dt="2024-04-21T18:27:28.530" v="1104" actId="20577"/>
        <pc:sldMkLst>
          <pc:docMk/>
          <pc:sldMk cId="1445619718" sldId="277"/>
        </pc:sldMkLst>
        <pc:spChg chg="mod">
          <ac:chgData name="Evelinny Souza" userId="dd5d8b5dd0d20d2d" providerId="LiveId" clId="{B1A372FE-9C2C-4874-8CAE-DA080AF6C725}" dt="2024-04-21T18:27:28.530" v="1104" actId="20577"/>
          <ac:spMkLst>
            <pc:docMk/>
            <pc:sldMk cId="1445619718" sldId="277"/>
            <ac:spMk id="2" creationId="{9D473D39-BFAD-3E0C-EA67-0278A625C849}"/>
          </ac:spMkLst>
        </pc:spChg>
      </pc:sldChg>
      <pc:sldChg chg="addSp delSp modSp add mod">
        <pc:chgData name="Evelinny Souza" userId="dd5d8b5dd0d20d2d" providerId="LiveId" clId="{B1A372FE-9C2C-4874-8CAE-DA080AF6C725}" dt="2024-04-21T18:39:24.387" v="1207" actId="122"/>
        <pc:sldMkLst>
          <pc:docMk/>
          <pc:sldMk cId="1841180361" sldId="278"/>
        </pc:sldMkLst>
        <pc:spChg chg="del mod">
          <ac:chgData name="Evelinny Souza" userId="dd5d8b5dd0d20d2d" providerId="LiveId" clId="{B1A372FE-9C2C-4874-8CAE-DA080AF6C725}" dt="2024-04-21T18:39:08.254" v="1200" actId="478"/>
          <ac:spMkLst>
            <pc:docMk/>
            <pc:sldMk cId="1841180361" sldId="278"/>
            <ac:spMk id="3" creationId="{DFB5D492-6C64-39D3-FC8C-78D3FAB107E6}"/>
          </ac:spMkLst>
        </pc:spChg>
        <pc:spChg chg="add del mod">
          <ac:chgData name="Evelinny Souza" userId="dd5d8b5dd0d20d2d" providerId="LiveId" clId="{B1A372FE-9C2C-4874-8CAE-DA080AF6C725}" dt="2024-04-21T18:39:10.787" v="1201" actId="478"/>
          <ac:spMkLst>
            <pc:docMk/>
            <pc:sldMk cId="1841180361" sldId="278"/>
            <ac:spMk id="6" creationId="{C9444A4B-4340-57E6-36C5-503D7F9B8364}"/>
          </ac:spMkLst>
        </pc:spChg>
        <pc:spChg chg="add mod">
          <ac:chgData name="Evelinny Souza" userId="dd5d8b5dd0d20d2d" providerId="LiveId" clId="{B1A372FE-9C2C-4874-8CAE-DA080AF6C725}" dt="2024-04-21T18:39:24.387" v="1207" actId="122"/>
          <ac:spMkLst>
            <pc:docMk/>
            <pc:sldMk cId="1841180361" sldId="278"/>
            <ac:spMk id="7" creationId="{CF19173B-E839-9A30-A6CD-DC2C41C39078}"/>
          </ac:spMkLst>
        </pc:spChg>
        <pc:picChg chg="add mod">
          <ac:chgData name="Evelinny Souza" userId="dd5d8b5dd0d20d2d" providerId="LiveId" clId="{B1A372FE-9C2C-4874-8CAE-DA080AF6C725}" dt="2024-04-21T18:39:17.150" v="1205" actId="1076"/>
          <ac:picMkLst>
            <pc:docMk/>
            <pc:sldMk cId="1841180361" sldId="278"/>
            <ac:picMk id="4" creationId="{34D303A5-03D2-E1C5-2ACF-3E7079C2CF37}"/>
          </ac:picMkLst>
        </pc:picChg>
      </pc:sldChg>
      <pc:sldChg chg="add del">
        <pc:chgData name="Evelinny Souza" userId="dd5d8b5dd0d20d2d" providerId="LiveId" clId="{B1A372FE-9C2C-4874-8CAE-DA080AF6C725}" dt="2024-04-21T18:35:08.507" v="1157" actId="47"/>
        <pc:sldMkLst>
          <pc:docMk/>
          <pc:sldMk cId="2190721002" sldId="278"/>
        </pc:sldMkLst>
      </pc:sldChg>
      <pc:sldChg chg="modSp mod">
        <pc:chgData name="Evelinny Souza" userId="dd5d8b5dd0d20d2d" providerId="LiveId" clId="{B1A372FE-9C2C-4874-8CAE-DA080AF6C725}" dt="2024-04-22T01:12:24.540" v="1328" actId="20577"/>
        <pc:sldMkLst>
          <pc:docMk/>
          <pc:sldMk cId="3700189217" sldId="281"/>
        </pc:sldMkLst>
        <pc:spChg chg="mod">
          <ac:chgData name="Evelinny Souza" userId="dd5d8b5dd0d20d2d" providerId="LiveId" clId="{B1A372FE-9C2C-4874-8CAE-DA080AF6C725}" dt="2024-04-22T01:12:24.540" v="1328" actId="20577"/>
          <ac:spMkLst>
            <pc:docMk/>
            <pc:sldMk cId="3700189217" sldId="281"/>
            <ac:spMk id="3" creationId="{4CC94CD3-286B-3D58-DDCA-23A68FF25E01}"/>
          </ac:spMkLst>
        </pc:spChg>
      </pc:sldChg>
    </pc:docChg>
  </pc:docChgLst>
  <pc:docChgLst>
    <pc:chgData name="Paullo Estevam" userId="6a7db5c51fb4b330" providerId="LiveId" clId="{865F4688-F1CD-40D8-8ED7-FA8301BABCCE}"/>
    <pc:docChg chg="custSel modSld">
      <pc:chgData name="Paullo Estevam" userId="6a7db5c51fb4b330" providerId="LiveId" clId="{865F4688-F1CD-40D8-8ED7-FA8301BABCCE}" dt="2024-11-13T12:02:17.755" v="12"/>
      <pc:docMkLst>
        <pc:docMk/>
      </pc:docMkLst>
      <pc:sldChg chg="addSp modSp mod">
        <pc:chgData name="Paullo Estevam" userId="6a7db5c51fb4b330" providerId="LiveId" clId="{865F4688-F1CD-40D8-8ED7-FA8301BABCCE}" dt="2024-11-13T12:00:07.952" v="1" actId="27636"/>
        <pc:sldMkLst>
          <pc:docMk/>
          <pc:sldMk cId="938926697" sldId="256"/>
        </pc:sldMkLst>
        <pc:spChg chg="mo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2" creationId="{BAE6D0B2-AB71-5AB8-54DA-503C8BECC73E}"/>
          </ac:spMkLst>
        </pc:spChg>
        <pc:spChg chg="mod">
          <ac:chgData name="Paullo Estevam" userId="6a7db5c51fb4b330" providerId="LiveId" clId="{865F4688-F1CD-40D8-8ED7-FA8301BABCCE}" dt="2024-11-13T12:00:07.952" v="1" actId="27636"/>
          <ac:spMkLst>
            <pc:docMk/>
            <pc:sldMk cId="938926697" sldId="256"/>
            <ac:spMk id="3" creationId="{6E20F618-ADEE-F9B9-FEC7-D382C579D8AD}"/>
          </ac:spMkLst>
        </pc:spChg>
        <pc:spChg chg="mo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5" creationId="{441873BE-7D4C-4604-E7E3-95B43C1BAD0B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76" creationId="{B541A2F0-1EDC-4D03-94AC-35BC742CEAC9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77" creationId="{08CE2AE4-51CC-4060-8818-423BB07BF3D4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79" creationId="{948AE52C-AD58-4D7E-BBEC-741EA69A9079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81" creationId="{EB3158C7-B011-4D27-BC9D-27EA5BE02D03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87" creationId="{40EA1C2A-B332-4211-8479-EA99BC303EF5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89" creationId="{24A97CC0-C913-4A9C-B6E8-755C7D15EAC8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91" creationId="{9DFA36DF-98BD-46D3-A75B-97154DB48262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93" creationId="{D1D22F90-51DE-40F7-96EE-8E9894DF0E7E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95" creationId="{F45D120E-4F36-4767-98FA-949993B8E1AC}"/>
          </ac:spMkLst>
        </pc:spChg>
        <pc:picChg chg="mod">
          <ac:chgData name="Paullo Estevam" userId="6a7db5c51fb4b330" providerId="LiveId" clId="{865F4688-F1CD-40D8-8ED7-FA8301BABCCE}" dt="2024-11-13T12:00:07.933" v="0" actId="26606"/>
          <ac:picMkLst>
            <pc:docMk/>
            <pc:sldMk cId="938926697" sldId="256"/>
            <ac:picMk id="3074" creationId="{8BB8753C-591A-7F89-F86E-683972DA484A}"/>
          </ac:picMkLst>
        </pc:picChg>
        <pc:cxnChg chg="add">
          <ac:chgData name="Paullo Estevam" userId="6a7db5c51fb4b330" providerId="LiveId" clId="{865F4688-F1CD-40D8-8ED7-FA8301BABCCE}" dt="2024-11-13T12:00:07.933" v="0" actId="26606"/>
          <ac:cxnSpMkLst>
            <pc:docMk/>
            <pc:sldMk cId="938926697" sldId="256"/>
            <ac:cxnSpMk id="3083" creationId="{7295AA18-FA8B-4B5D-9477-7F5F51288FEC}"/>
          </ac:cxnSpMkLst>
        </pc:cxnChg>
        <pc:cxnChg chg="add">
          <ac:chgData name="Paullo Estevam" userId="6a7db5c51fb4b330" providerId="LiveId" clId="{865F4688-F1CD-40D8-8ED7-FA8301BABCCE}" dt="2024-11-13T12:00:07.933" v="0" actId="26606"/>
          <ac:cxnSpMkLst>
            <pc:docMk/>
            <pc:sldMk cId="938926697" sldId="256"/>
            <ac:cxnSpMk id="3085" creationId="{5E377175-C211-4D7B-89F7-92406DBD7346}"/>
          </ac:cxnSpMkLst>
        </pc:cxnChg>
      </pc:sldChg>
      <pc:sldChg chg="setBg">
        <pc:chgData name="Paullo Estevam" userId="6a7db5c51fb4b330" providerId="LiveId" clId="{865F4688-F1CD-40D8-8ED7-FA8301BABCCE}" dt="2024-11-13T12:02:17.755" v="12"/>
        <pc:sldMkLst>
          <pc:docMk/>
          <pc:sldMk cId="3700189217" sldId="281"/>
        </pc:sldMkLst>
      </pc:sldChg>
      <pc:sldChg chg="modSp mod">
        <pc:chgData name="Paullo Estevam" userId="6a7db5c51fb4b330" providerId="LiveId" clId="{865F4688-F1CD-40D8-8ED7-FA8301BABCCE}" dt="2024-11-13T12:01:32.222" v="8" actId="108"/>
        <pc:sldMkLst>
          <pc:docMk/>
          <pc:sldMk cId="2254859679" sldId="291"/>
        </pc:sldMkLst>
        <pc:spChg chg="mod">
          <ac:chgData name="Paullo Estevam" userId="6a7db5c51fb4b330" providerId="LiveId" clId="{865F4688-F1CD-40D8-8ED7-FA8301BABCCE}" dt="2024-11-13T12:01:32.222" v="8" actId="108"/>
          <ac:spMkLst>
            <pc:docMk/>
            <pc:sldMk cId="2254859679" sldId="291"/>
            <ac:spMk id="7" creationId="{CF19173B-E839-9A30-A6CD-DC2C41C39078}"/>
          </ac:spMkLst>
        </pc:spChg>
      </pc:sldChg>
    </pc:docChg>
  </pc:docChgLst>
  <pc:docChgLst>
    <pc:chgData name="Paullo Estevam" userId="6a7db5c51fb4b330" providerId="LiveId" clId="{538B21DA-BA5F-477A-B382-CC60A0850E3C}"/>
    <pc:docChg chg="undo custSel delSld modSld sldOrd">
      <pc:chgData name="Paullo Estevam" userId="6a7db5c51fb4b330" providerId="LiveId" clId="{538B21DA-BA5F-477A-B382-CC60A0850E3C}" dt="2024-06-19T00:12:17.382" v="36"/>
      <pc:docMkLst>
        <pc:docMk/>
      </pc:docMkLst>
      <pc:sldChg chg="modSp mod ord">
        <pc:chgData name="Paullo Estevam" userId="6a7db5c51fb4b330" providerId="LiveId" clId="{538B21DA-BA5F-477A-B382-CC60A0850E3C}" dt="2024-06-19T00:12:17.382" v="36"/>
        <pc:sldMkLst>
          <pc:docMk/>
          <pc:sldMk cId="2586518911" sldId="259"/>
        </pc:sldMkLst>
        <pc:spChg chg="mod">
          <ac:chgData name="Paullo Estevam" userId="6a7db5c51fb4b330" providerId="LiveId" clId="{538B21DA-BA5F-477A-B382-CC60A0850E3C}" dt="2024-06-19T00:12:07.381" v="33" actId="27636"/>
          <ac:spMkLst>
            <pc:docMk/>
            <pc:sldMk cId="2586518911" sldId="259"/>
            <ac:spMk id="3" creationId="{DFB5D492-6C64-39D3-FC8C-78D3FAB107E6}"/>
          </ac:spMkLst>
        </pc:spChg>
        <pc:picChg chg="mod">
          <ac:chgData name="Paullo Estevam" userId="6a7db5c51fb4b330" providerId="LiveId" clId="{538B21DA-BA5F-477A-B382-CC60A0850E3C}" dt="2024-06-19T00:12:10.126" v="34" actId="1076"/>
          <ac:picMkLst>
            <pc:docMk/>
            <pc:sldMk cId="2586518911" sldId="259"/>
            <ac:picMk id="4" creationId="{5166CC0B-2429-A335-DB14-D49E55C21FA6}"/>
          </ac:picMkLst>
        </pc:picChg>
      </pc:sldChg>
      <pc:sldChg chg="addSp delSp modSp mod">
        <pc:chgData name="Paullo Estevam" userId="6a7db5c51fb4b330" providerId="LiveId" clId="{538B21DA-BA5F-477A-B382-CC60A0850E3C}" dt="2024-06-19T00:09:58.630" v="29" actId="1076"/>
        <pc:sldMkLst>
          <pc:docMk/>
          <pc:sldMk cId="348001568" sldId="264"/>
        </pc:sldMkLst>
        <pc:spChg chg="add mod">
          <ac:chgData name="Paullo Estevam" userId="6a7db5c51fb4b330" providerId="LiveId" clId="{538B21DA-BA5F-477A-B382-CC60A0850E3C}" dt="2024-06-19T00:09:58.630" v="29" actId="1076"/>
          <ac:spMkLst>
            <pc:docMk/>
            <pc:sldMk cId="348001568" sldId="264"/>
            <ac:spMk id="8" creationId="{2DB44BC2-CD17-09B7-E282-A1462363B275}"/>
          </ac:spMkLst>
        </pc:spChg>
        <pc:picChg chg="del">
          <ac:chgData name="Paullo Estevam" userId="6a7db5c51fb4b330" providerId="LiveId" clId="{538B21DA-BA5F-477A-B382-CC60A0850E3C}" dt="2024-06-19T00:07:24.276" v="23" actId="478"/>
          <ac:picMkLst>
            <pc:docMk/>
            <pc:sldMk cId="348001568" sldId="264"/>
            <ac:picMk id="1032" creationId="{AF6CDF13-6831-009D-7AF6-0CEEA8ED4984}"/>
          </ac:picMkLst>
        </pc:picChg>
        <pc:picChg chg="mod">
          <ac:chgData name="Paullo Estevam" userId="6a7db5c51fb4b330" providerId="LiveId" clId="{538B21DA-BA5F-477A-B382-CC60A0850E3C}" dt="2024-06-19T00:07:29.828" v="24" actId="1076"/>
          <ac:picMkLst>
            <pc:docMk/>
            <pc:sldMk cId="348001568" sldId="264"/>
            <ac:picMk id="1034" creationId="{111ED8F8-F301-BCE8-F5E5-1284E9478357}"/>
          </ac:picMkLst>
        </pc:picChg>
        <pc:picChg chg="mod">
          <ac:chgData name="Paullo Estevam" userId="6a7db5c51fb4b330" providerId="LiveId" clId="{538B21DA-BA5F-477A-B382-CC60A0850E3C}" dt="2024-06-19T00:08:30.607" v="27" actId="1076"/>
          <ac:picMkLst>
            <pc:docMk/>
            <pc:sldMk cId="348001568" sldId="264"/>
            <ac:picMk id="1040" creationId="{56F693D7-41E6-0EBF-1CE6-7E6B45822CA2}"/>
          </ac:picMkLst>
        </pc:picChg>
      </pc:sldChg>
      <pc:sldChg chg="addSp delSp modSp del mod">
        <pc:chgData name="Paullo Estevam" userId="6a7db5c51fb4b330" providerId="LiveId" clId="{538B21DA-BA5F-477A-B382-CC60A0850E3C}" dt="2024-06-19T00:07:14.282" v="22" actId="47"/>
        <pc:sldMkLst>
          <pc:docMk/>
          <pc:sldMk cId="1371645988" sldId="288"/>
        </pc:sldMkLst>
        <pc:spChg chg="add mod">
          <ac:chgData name="Paullo Estevam" userId="6a7db5c51fb4b330" providerId="LiveId" clId="{538B21DA-BA5F-477A-B382-CC60A0850E3C}" dt="2024-06-19T00:06:26.767" v="4"/>
          <ac:spMkLst>
            <pc:docMk/>
            <pc:sldMk cId="1371645988" sldId="288"/>
            <ac:spMk id="3" creationId="{EF7CE139-485D-CDDA-C375-5C49D1DC554F}"/>
          </ac:spMkLst>
        </pc:spChg>
        <pc:spChg chg="del mod">
          <ac:chgData name="Paullo Estevam" userId="6a7db5c51fb4b330" providerId="LiveId" clId="{538B21DA-BA5F-477A-B382-CC60A0850E3C}" dt="2024-06-19T00:06:54.096" v="19" actId="478"/>
          <ac:spMkLst>
            <pc:docMk/>
            <pc:sldMk cId="1371645988" sldId="288"/>
            <ac:spMk id="4" creationId="{748FF6AA-F292-F877-2C84-B398E4372711}"/>
          </ac:spMkLst>
        </pc:spChg>
        <pc:spChg chg="add mod">
          <ac:chgData name="Paullo Estevam" userId="6a7db5c51fb4b330" providerId="LiveId" clId="{538B21DA-BA5F-477A-B382-CC60A0850E3C}" dt="2024-06-19T00:06:51.837" v="18" actId="404"/>
          <ac:spMkLst>
            <pc:docMk/>
            <pc:sldMk cId="1371645988" sldId="288"/>
            <ac:spMk id="5" creationId="{8E195024-2703-BA2A-824D-552719CDFE13}"/>
          </ac:spMkLst>
        </pc:spChg>
      </pc:sldChg>
      <pc:sldChg chg="ord">
        <pc:chgData name="Paullo Estevam" userId="6a7db5c51fb4b330" providerId="LiveId" clId="{538B21DA-BA5F-477A-B382-CC60A0850E3C}" dt="2024-06-19T00:10:24.085" v="31"/>
        <pc:sldMkLst>
          <pc:docMk/>
          <pc:sldMk cId="2254859679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8542F-478A-425E-B0F7-A0269C9271BC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07C86-FE98-4476-9AA0-3BB0C18FD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583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07C86-FE98-4476-9AA0-3BB0C18FD2C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591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513661D-34B0-4766-8590-5A294E0937F3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660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A3B6-8043-4814-9915-0663056BD641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293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384FA-3F71-4A33-829B-96E79CB025A8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092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DEB35-D79F-4BF3-AD02-174997D8B5B8}" type="datetime1">
              <a:rPr lang="es-CL" smtClean="0"/>
              <a:t>28-11-2024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142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E1217-F5C5-4F47-86BA-F37452B3DD03}" type="datetime1">
              <a:rPr lang="es-CL" smtClean="0"/>
              <a:t>28-11-2024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404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29339-F38E-4839-B866-DA288FE6C837}" type="datetime1">
              <a:rPr lang="es-CL" smtClean="0"/>
              <a:t>28-11-2024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063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62FCB-307A-43A5-8E2E-5AF928932B14}" type="datetime1">
              <a:rPr lang="es-CL" smtClean="0"/>
              <a:t>28-11-2024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47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23F2-7C1E-4CFF-9E3E-8B97ABA85B80}" type="datetime1">
              <a:rPr lang="es-CL" smtClean="0"/>
              <a:t>28-11-2024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310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9A95-D33F-4C50-9B3B-8F0E20D85AFA}" type="datetime1">
              <a:rPr lang="es-CL" smtClean="0"/>
              <a:t>28-11-2024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684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362381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933246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641705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865407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471401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52306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3B4282F-6C31-4A90-80D9-9112EF591484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8719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02795FB-85CE-4F65-BB61-76C2E9967055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709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CL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60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  <p:sldLayoutId id="2147484188" r:id="rId12"/>
    <p:sldLayoutId id="2147484189" r:id="rId13"/>
    <p:sldLayoutId id="2147484190" r:id="rId14"/>
    <p:sldLayoutId id="2147484191" r:id="rId15"/>
    <p:sldLayoutId id="2147484192" r:id="rId16"/>
    <p:sldLayoutId id="214748419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microsoft.com/office/2007/relationships/hdphoto" Target="../media/hdphoto1.wdp"/><Relationship Id="rId10" Type="http://schemas.openxmlformats.org/officeDocument/2006/relationships/image" Target="../media/image10.jpg"/><Relationship Id="rId4" Type="http://schemas.openxmlformats.org/officeDocument/2006/relationships/image" Target="../media/image5.png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10" Type="http://schemas.openxmlformats.org/officeDocument/2006/relationships/image" Target="../media/image21.jpeg"/><Relationship Id="rId4" Type="http://schemas.openxmlformats.org/officeDocument/2006/relationships/image" Target="../media/image15.png"/><Relationship Id="rId9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ovens interessados em tecnologias">
            <a:extLst>
              <a:ext uri="{FF2B5EF4-FFF2-40B4-BE49-F238E27FC236}">
                <a16:creationId xmlns:a16="http://schemas.microsoft.com/office/drawing/2014/main" id="{8BB8753C-591A-7F89-F86E-683972DA4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26377" b="22487"/>
          <a:stretch/>
        </p:blipFill>
        <p:spPr bwMode="auto">
          <a:xfrm>
            <a:off x="1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E6D0B2-AB71-5AB8-54DA-503C8BECC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0228" y="2031277"/>
            <a:ext cx="7261411" cy="2369131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SCRUM E METODOLOGIAS ÁGEIS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1873BE-7D4C-4604-E7E3-95B43C1BA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687A9EA-992D-466B-AFF2-8B3A11631612}" type="slidenum">
              <a:rPr lang="es-CL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</a:t>
            </a:fld>
            <a:endParaRPr lang="es-C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92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17D3B-8442-5C50-5795-8B611FCA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Sobre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C94CD3-286B-3D58-DDCA-23A68FF25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06" y="2080439"/>
            <a:ext cx="4149847" cy="32512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pt-BR" sz="3800" b="1" dirty="0" err="1"/>
              <a:t>Evelinny</a:t>
            </a:r>
            <a:r>
              <a:rPr lang="pt-BR" sz="3800" b="1" dirty="0"/>
              <a:t> Souza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/>
              <a:t>Casada, 2 filhos e 1 </a:t>
            </a:r>
            <a:r>
              <a:rPr lang="pt-BR" sz="2400" dirty="0" err="1"/>
              <a:t>doguinha</a:t>
            </a:r>
            <a:endParaRPr lang="pt-BR" sz="240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/>
              <a:t>Formada em Gestão de Hotelaria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/>
              <a:t>Professora Curso de Hotelaria na Escola João Goulart  2010 - 2016</a:t>
            </a:r>
          </a:p>
          <a:p>
            <a:pPr marL="0" indent="0">
              <a:lnSpc>
                <a:spcPct val="120000"/>
              </a:lnSpc>
              <a:buNone/>
            </a:pPr>
            <a:endParaRPr lang="pt-BR" sz="240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/>
              <a:t>Estudante de Letras Inglês - 2021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/>
              <a:t>Estudante de Gestão de RH - 2023</a:t>
            </a:r>
          </a:p>
          <a:p>
            <a:pPr marL="0" indent="0">
              <a:lnSpc>
                <a:spcPct val="120000"/>
              </a:lnSpc>
              <a:buNone/>
            </a:pPr>
            <a:endParaRPr lang="pt-BR" sz="240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/>
              <a:t>Curiosa da área de TI e Recrutamento, Capacitação e Metodologias Ágeis.</a:t>
            </a:r>
            <a:endParaRPr lang="es-CL" sz="2400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1B9AC-26D0-66BF-A9BE-AA9F2385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2</a:t>
            </a:fld>
            <a:endParaRPr lang="es-CL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9FE13B5D-309E-B3D4-118C-6F3098F6815E}"/>
              </a:ext>
            </a:extLst>
          </p:cNvPr>
          <p:cNvSpPr txBox="1">
            <a:spLocks/>
          </p:cNvSpPr>
          <p:nvPr/>
        </p:nvSpPr>
        <p:spPr>
          <a:xfrm>
            <a:off x="4827181" y="1984746"/>
            <a:ext cx="5050465" cy="46818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pt-BR" sz="2400" b="1" dirty="0"/>
          </a:p>
          <a:p>
            <a:pPr marL="0" indent="0">
              <a:buFont typeface="Wingdings 3" charset="2"/>
              <a:buNone/>
            </a:pPr>
            <a:r>
              <a:rPr lang="pt-BR" sz="2400" b="1" dirty="0"/>
              <a:t>O que vamos falar hoje?</a:t>
            </a:r>
          </a:p>
          <a:p>
            <a:pPr marL="0" indent="0">
              <a:buFont typeface="Wingdings 3" charset="2"/>
              <a:buNone/>
            </a:pPr>
            <a:endParaRPr lang="pt-BR" sz="2400" b="1" dirty="0"/>
          </a:p>
          <a:p>
            <a:pPr marL="0" indent="0">
              <a:buNone/>
            </a:pPr>
            <a:r>
              <a:rPr lang="es-CL" sz="2400" dirty="0"/>
              <a:t>A </a:t>
            </a:r>
            <a:r>
              <a:rPr lang="es-CL" sz="2400" dirty="0" err="1"/>
              <a:t>Indústria</a:t>
            </a:r>
            <a:r>
              <a:rPr lang="es-CL" sz="2400" dirty="0"/>
              <a:t> de </a:t>
            </a:r>
            <a:r>
              <a:rPr lang="es-CL" sz="2400" dirty="0" err="1"/>
              <a:t>Desenvolvimento</a:t>
            </a:r>
            <a:r>
              <a:rPr lang="es-CL" sz="2400" dirty="0"/>
              <a:t> de Software está </a:t>
            </a:r>
            <a:r>
              <a:rPr lang="es-CL" sz="2400" dirty="0" err="1"/>
              <a:t>passando</a:t>
            </a:r>
            <a:r>
              <a:rPr lang="es-CL" sz="2400" dirty="0"/>
              <a:t> por constantes </a:t>
            </a:r>
            <a:r>
              <a:rPr lang="es-CL" sz="2400" dirty="0" err="1"/>
              <a:t>mudanças</a:t>
            </a:r>
            <a:r>
              <a:rPr lang="es-CL" sz="2400" dirty="0"/>
              <a:t>.</a:t>
            </a:r>
            <a:endParaRPr lang="es-CL" sz="3200" b="1" dirty="0"/>
          </a:p>
          <a:p>
            <a:pPr marL="0" indent="0">
              <a:buFont typeface="Wingdings 3" charset="2"/>
              <a:buNone/>
            </a:pPr>
            <a:endParaRPr lang="pt-BR" sz="2400" b="1" dirty="0"/>
          </a:p>
          <a:p>
            <a:pPr marL="0" indent="0">
              <a:buFont typeface="Wingdings 3" charset="2"/>
              <a:buNone/>
            </a:pPr>
            <a:r>
              <a:rPr lang="es-CL" sz="2800" dirty="0" err="1"/>
              <a:t>Jovens</a:t>
            </a:r>
            <a:r>
              <a:rPr lang="es-CL" sz="2800" dirty="0"/>
              <a:t> </a:t>
            </a:r>
            <a:r>
              <a:rPr lang="es-CL" sz="2800" dirty="0" err="1"/>
              <a:t>interessados</a:t>
            </a:r>
            <a:r>
              <a:rPr lang="es-CL" sz="2800" dirty="0"/>
              <a:t> em seguir </a:t>
            </a:r>
            <a:r>
              <a:rPr lang="es-CL" sz="2800" dirty="0" err="1"/>
              <a:t>carreira</a:t>
            </a:r>
            <a:r>
              <a:rPr lang="es-CL" sz="2800" dirty="0"/>
              <a:t> </a:t>
            </a:r>
            <a:r>
              <a:rPr lang="es-CL" sz="2800" dirty="0" err="1"/>
              <a:t>na</a:t>
            </a:r>
            <a:r>
              <a:rPr lang="es-CL" sz="2800" dirty="0"/>
              <a:t> área de Tecnología </a:t>
            </a:r>
            <a:r>
              <a:rPr lang="es-CL" sz="2800" dirty="0" err="1"/>
              <a:t>devem</a:t>
            </a:r>
            <a:r>
              <a:rPr lang="es-CL" sz="2800" dirty="0"/>
              <a:t> estar antenados no universo das </a:t>
            </a:r>
            <a:r>
              <a:rPr lang="es-CL" sz="2800" dirty="0" err="1"/>
              <a:t>Metodologias</a:t>
            </a:r>
            <a:r>
              <a:rPr lang="es-CL" sz="2800" dirty="0"/>
              <a:t> </a:t>
            </a:r>
            <a:r>
              <a:rPr lang="es-CL" sz="2800" dirty="0" err="1"/>
              <a:t>Ágeis</a:t>
            </a:r>
            <a:r>
              <a:rPr lang="es-CL" sz="2800" dirty="0"/>
              <a:t>.</a:t>
            </a:r>
          </a:p>
          <a:p>
            <a:pPr marL="0" indent="0">
              <a:buFont typeface="Wingdings 3" charset="2"/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00189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5F62B-33EC-CA77-F0A2-A008801DC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 err="1"/>
              <a:t>Qual</a:t>
            </a:r>
            <a:r>
              <a:rPr lang="es-CL" dirty="0"/>
              <a:t> é problema </a:t>
            </a:r>
            <a:r>
              <a:rPr lang="es-CL" dirty="0" err="1"/>
              <a:t>na</a:t>
            </a:r>
            <a:r>
              <a:rPr lang="es-CL" dirty="0"/>
              <a:t> hora de desenvolver </a:t>
            </a:r>
            <a:r>
              <a:rPr lang="es-CL" dirty="0" err="1"/>
              <a:t>um</a:t>
            </a:r>
            <a:r>
              <a:rPr lang="es-CL" dirty="0"/>
              <a:t> sistema?</a:t>
            </a:r>
          </a:p>
        </p:txBody>
      </p:sp>
      <p:sp>
        <p:nvSpPr>
          <p:cNvPr id="26" name="Espaço Reservado para Número de Slide 25">
            <a:extLst>
              <a:ext uri="{FF2B5EF4-FFF2-40B4-BE49-F238E27FC236}">
                <a16:creationId xmlns:a16="http://schemas.microsoft.com/office/drawing/2014/main" id="{2294E588-4ACD-C8B1-C818-A2621DF24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3</a:t>
            </a:fld>
            <a:endParaRPr lang="es-CL"/>
          </a:p>
        </p:txBody>
      </p:sp>
      <p:pic>
        <p:nvPicPr>
          <p:cNvPr id="7" name="Imagem 6" descr="Ícone&#10;&#10;Descrição gerada automaticamente com confiança média">
            <a:extLst>
              <a:ext uri="{FF2B5EF4-FFF2-40B4-BE49-F238E27FC236}">
                <a16:creationId xmlns:a16="http://schemas.microsoft.com/office/drawing/2014/main" id="{ED873A9C-2E84-9FF1-D682-E3C14602C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777" y="4586145"/>
            <a:ext cx="1268532" cy="2169119"/>
          </a:xfrm>
          <a:prstGeom prst="rect">
            <a:avLst/>
          </a:prstGeom>
        </p:spPr>
      </p:pic>
      <p:pic>
        <p:nvPicPr>
          <p:cNvPr id="9" name="Imagem 8" descr="Diagrama&#10;&#10;Descrição gerada automaticamente">
            <a:extLst>
              <a:ext uri="{FF2B5EF4-FFF2-40B4-BE49-F238E27FC236}">
                <a16:creationId xmlns:a16="http://schemas.microsoft.com/office/drawing/2014/main" id="{66729901-BAEB-45D5-1772-B04F132A8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550" y="4590233"/>
            <a:ext cx="1276878" cy="2199038"/>
          </a:xfrm>
          <a:prstGeom prst="rect">
            <a:avLst/>
          </a:prstGeom>
        </p:spPr>
      </p:pic>
      <p:pic>
        <p:nvPicPr>
          <p:cNvPr id="11" name="Imagem 10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2DFF6FE6-5FE6-61C6-B89A-5A71DFB4BD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131" y="4607660"/>
            <a:ext cx="1310261" cy="2184079"/>
          </a:xfrm>
          <a:prstGeom prst="rect">
            <a:avLst/>
          </a:prstGeom>
        </p:spPr>
      </p:pic>
      <p:pic>
        <p:nvPicPr>
          <p:cNvPr id="13" name="Imagem 12" descr="Ícone&#10;&#10;Descrição gerada automaticamente">
            <a:extLst>
              <a:ext uri="{FF2B5EF4-FFF2-40B4-BE49-F238E27FC236}">
                <a16:creationId xmlns:a16="http://schemas.microsoft.com/office/drawing/2014/main" id="{5552EC1A-9138-33BD-C915-6ADE98C4C8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998" y="4622551"/>
            <a:ext cx="1268532" cy="2169119"/>
          </a:xfrm>
          <a:prstGeom prst="rect">
            <a:avLst/>
          </a:prstGeom>
        </p:spPr>
      </p:pic>
      <p:pic>
        <p:nvPicPr>
          <p:cNvPr id="15" name="Imagem 14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092EFB88-C99D-51A7-1074-480416160B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197" y="2265073"/>
            <a:ext cx="1276878" cy="2290981"/>
          </a:xfrm>
          <a:prstGeom prst="rect">
            <a:avLst/>
          </a:prstGeom>
        </p:spPr>
      </p:pic>
      <p:pic>
        <p:nvPicPr>
          <p:cNvPr id="17" name="Imagem 16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9220F4AB-2B91-E43F-87A7-FE9E42692F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536" y="2263485"/>
            <a:ext cx="1285223" cy="2314928"/>
          </a:xfrm>
          <a:prstGeom prst="rect">
            <a:avLst/>
          </a:prstGeom>
        </p:spPr>
      </p:pic>
      <p:pic>
        <p:nvPicPr>
          <p:cNvPr id="19" name="Imagem 18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7AE27A82-9405-5228-3750-BAF6D097A8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690" y="2260800"/>
            <a:ext cx="1301915" cy="2346860"/>
          </a:xfrm>
          <a:prstGeom prst="rect">
            <a:avLst/>
          </a:prstGeom>
        </p:spPr>
      </p:pic>
      <p:pic>
        <p:nvPicPr>
          <p:cNvPr id="21" name="Imagem 20" descr="Desenho de personagem de desenho animado&#10;&#10;Descrição gerada automaticamente">
            <a:extLst>
              <a:ext uri="{FF2B5EF4-FFF2-40B4-BE49-F238E27FC236}">
                <a16:creationId xmlns:a16="http://schemas.microsoft.com/office/drawing/2014/main" id="{79D8E191-61A2-42DD-9488-F606924FF0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421" y="2282214"/>
            <a:ext cx="1268533" cy="2338876"/>
          </a:xfrm>
          <a:prstGeom prst="rect">
            <a:avLst/>
          </a:prstGeom>
        </p:spPr>
      </p:pic>
      <p:pic>
        <p:nvPicPr>
          <p:cNvPr id="23" name="Imagem 22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7E73EFD1-1562-A8B0-9FD3-6D7F26757A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035" y="2279322"/>
            <a:ext cx="1268533" cy="2322911"/>
          </a:xfrm>
          <a:prstGeom prst="rect">
            <a:avLst/>
          </a:prstGeom>
        </p:spPr>
      </p:pic>
      <p:pic>
        <p:nvPicPr>
          <p:cNvPr id="25" name="Imagem 24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CC6BD74C-8FF8-8764-72AF-DBAA1E32771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197" y="4583254"/>
            <a:ext cx="1268532" cy="215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6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73D39-BFAD-3E0C-EA67-0278A625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 </a:t>
            </a:r>
            <a:r>
              <a:rPr lang="es-CL" dirty="0" err="1"/>
              <a:t>Cascata</a:t>
            </a:r>
            <a:r>
              <a:rPr lang="es-CL" dirty="0"/>
              <a:t> - 1970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31591F-BF71-B817-14F9-C018FF76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0588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s-CL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0680BF-2187-EE2C-5320-40BE7FA36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4</a:t>
            </a:fld>
            <a:endParaRPr lang="es-CL"/>
          </a:p>
        </p:txBody>
      </p:sp>
      <p:pic>
        <p:nvPicPr>
          <p:cNvPr id="1028" name="Picture 4" descr="O Modelo Cascata não morreu! - Conexão Agile">
            <a:extLst>
              <a:ext uri="{FF2B5EF4-FFF2-40B4-BE49-F238E27FC236}">
                <a16:creationId xmlns:a16="http://schemas.microsoft.com/office/drawing/2014/main" id="{9E5C1904-F3DB-529C-C896-68FC9314A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52" y="3525480"/>
            <a:ext cx="8526447" cy="3073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odelo waterfall de desenvolvimento de software">
            <a:extLst>
              <a:ext uri="{FF2B5EF4-FFF2-40B4-BE49-F238E27FC236}">
                <a16:creationId xmlns:a16="http://schemas.microsoft.com/office/drawing/2014/main" id="{111ED8F8-F301-BCE8-F5E5-1284E9478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439" y="2430795"/>
            <a:ext cx="2189369" cy="218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UML – Wikipédia, a enciclopédia livre">
            <a:extLst>
              <a:ext uri="{FF2B5EF4-FFF2-40B4-BE49-F238E27FC236}">
                <a16:creationId xmlns:a16="http://schemas.microsoft.com/office/drawing/2014/main" id="{1CBFB9C9-EBFF-7C3B-976B-D5FCE0116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7" y="2882743"/>
            <a:ext cx="979835" cy="71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PMN 2.0 | Figma">
            <a:extLst>
              <a:ext uri="{FF2B5EF4-FFF2-40B4-BE49-F238E27FC236}">
                <a16:creationId xmlns:a16="http://schemas.microsoft.com/office/drawing/2014/main" id="{1ED75BE3-25CB-19C1-B3F3-A004C5BEC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9276" y="2413255"/>
            <a:ext cx="938976" cy="46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Um guia do Conhecimento em Gerenciamento de Projetos (guia PMBOK):  (Brazilian Portuguese version of: A guide to the Project Management Body of  Knowledge :PMBOK Guide) | Amazon.com.br">
            <a:extLst>
              <a:ext uri="{FF2B5EF4-FFF2-40B4-BE49-F238E27FC236}">
                <a16:creationId xmlns:a16="http://schemas.microsoft.com/office/drawing/2014/main" id="{20FF676D-62EA-CDFD-0CBE-385FC525D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362" y="2430795"/>
            <a:ext cx="683338" cy="96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CMMI-service – Nozom">
            <a:extLst>
              <a:ext uri="{FF2B5EF4-FFF2-40B4-BE49-F238E27FC236}">
                <a16:creationId xmlns:a16="http://schemas.microsoft.com/office/drawing/2014/main" id="{6D005CD9-4406-102D-1CC4-ADB38B352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8204" y="2813430"/>
            <a:ext cx="748356" cy="51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urso MPS.BR - ASR Consultoria">
            <a:extLst>
              <a:ext uri="{FF2B5EF4-FFF2-40B4-BE49-F238E27FC236}">
                <a16:creationId xmlns:a16="http://schemas.microsoft.com/office/drawing/2014/main" id="{A04153E3-D049-5AE3-FB29-9C7613FE4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514" y="3525479"/>
            <a:ext cx="866274" cy="73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oudRey - Rational Rose UML | Facebook">
            <a:extLst>
              <a:ext uri="{FF2B5EF4-FFF2-40B4-BE49-F238E27FC236}">
                <a16:creationId xmlns:a16="http://schemas.microsoft.com/office/drawing/2014/main" id="{CA66C058-8C10-93EB-2BCD-9D68E94F3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367" y="2160588"/>
            <a:ext cx="619598" cy="619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icas para trabalhar com modelos de dados grandes | iMasters">
            <a:extLst>
              <a:ext uri="{FF2B5EF4-FFF2-40B4-BE49-F238E27FC236}">
                <a16:creationId xmlns:a16="http://schemas.microsoft.com/office/drawing/2014/main" id="{56F693D7-41E6-0EBF-1CE6-7E6B45822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235" y="2628685"/>
            <a:ext cx="1693975" cy="1504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Balão de Fala: Oval 7">
            <a:extLst>
              <a:ext uri="{FF2B5EF4-FFF2-40B4-BE49-F238E27FC236}">
                <a16:creationId xmlns:a16="http://schemas.microsoft.com/office/drawing/2014/main" id="{2DB44BC2-CD17-09B7-E282-A1462363B275}"/>
              </a:ext>
            </a:extLst>
          </p:cNvPr>
          <p:cNvSpPr/>
          <p:nvPr/>
        </p:nvSpPr>
        <p:spPr>
          <a:xfrm>
            <a:off x="9916366" y="3739291"/>
            <a:ext cx="2075043" cy="167437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700" dirty="0"/>
              <a:t>Inflexibilidade</a:t>
            </a:r>
          </a:p>
          <a:p>
            <a:r>
              <a:rPr lang="pt-BR" sz="700" dirty="0"/>
              <a:t>Incerteza</a:t>
            </a:r>
          </a:p>
          <a:p>
            <a:r>
              <a:rPr lang="pt-BR" sz="700" dirty="0"/>
              <a:t>Alto Risco</a:t>
            </a:r>
          </a:p>
          <a:p>
            <a:r>
              <a:rPr lang="pt-BR" sz="700" dirty="0"/>
              <a:t>Integração Tardia</a:t>
            </a:r>
          </a:p>
          <a:p>
            <a:r>
              <a:rPr lang="pt-BR" sz="700" dirty="0"/>
              <a:t>Feedback Tardio</a:t>
            </a:r>
          </a:p>
          <a:p>
            <a:r>
              <a:rPr lang="pt-BR" sz="700" dirty="0"/>
              <a:t>Dificuldade em Gerenciar Mudanças</a:t>
            </a:r>
          </a:p>
          <a:p>
            <a:r>
              <a:rPr lang="pt-BR" sz="700" dirty="0"/>
              <a:t>Pouca Visibilidade e Controle do Projeto</a:t>
            </a:r>
          </a:p>
          <a:p>
            <a:r>
              <a:rPr lang="pt-BR" sz="700" dirty="0"/>
              <a:t>Alto Tempo de 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348001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950A0-6591-76A8-7816-E6801AAB4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97586" cy="706964"/>
          </a:xfrm>
        </p:spPr>
        <p:txBody>
          <a:bodyPr>
            <a:noAutofit/>
          </a:bodyPr>
          <a:lstStyle/>
          <a:p>
            <a:r>
              <a:rPr lang="es-CL" dirty="0" err="1">
                <a:solidFill>
                  <a:schemeClr val="bg1"/>
                </a:solidFill>
              </a:rPr>
              <a:t>Com</a:t>
            </a:r>
            <a:r>
              <a:rPr lang="es-CL" dirty="0">
                <a:solidFill>
                  <a:schemeClr val="bg1"/>
                </a:solidFill>
              </a:rPr>
              <a:t> a </a:t>
            </a:r>
            <a:r>
              <a:rPr lang="es-CL" dirty="0" err="1">
                <a:solidFill>
                  <a:schemeClr val="bg1"/>
                </a:solidFill>
              </a:rPr>
              <a:t>palavra</a:t>
            </a:r>
            <a:r>
              <a:rPr lang="es-CL" dirty="0">
                <a:solidFill>
                  <a:schemeClr val="bg1"/>
                </a:solidFill>
              </a:rPr>
              <a:t>: A </a:t>
            </a:r>
            <a:r>
              <a:rPr lang="es-CL" dirty="0" err="1">
                <a:solidFill>
                  <a:schemeClr val="bg1"/>
                </a:solidFill>
              </a:rPr>
              <a:t>Inteligência</a:t>
            </a:r>
            <a:r>
              <a:rPr lang="es-CL" dirty="0">
                <a:solidFill>
                  <a:schemeClr val="bg1"/>
                </a:solidFill>
              </a:rPr>
              <a:t> Artificial!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EE63A37-CC2E-BB72-1EB3-DDD9E929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5</a:t>
            </a:fld>
            <a:endParaRPr lang="es-CL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F19173B-E839-9A30-A6CD-DC2C41C39078}"/>
              </a:ext>
            </a:extLst>
          </p:cNvPr>
          <p:cNvSpPr txBox="1">
            <a:spLocks/>
          </p:cNvSpPr>
          <p:nvPr/>
        </p:nvSpPr>
        <p:spPr>
          <a:xfrm>
            <a:off x="1463000" y="2199864"/>
            <a:ext cx="8596668" cy="475875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endParaRPr lang="pt-BR" sz="1800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Software sem qualidade é um programa que apresenta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falhas frequentes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baixo desempenho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vulnerabilidades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de segurança, e uma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experiência de usuário ruim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comprometendo sua funcionalidade e a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satisfação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dos usuários.</a:t>
            </a:r>
          </a:p>
          <a:p>
            <a:pPr algn="just"/>
            <a:endParaRPr lang="pt-BR" sz="2000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Software sem qualidade: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frustração e prejuízos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Falhas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frequentes,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bugs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interface ruim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segurança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comprometida e lentidão são apenas alguns dos pesadelos que um software sem qualidade pode trazer. </a:t>
            </a:r>
          </a:p>
          <a:p>
            <a:pPr algn="just"/>
            <a:endParaRPr lang="pt-BR" sz="2000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É aquele que falha em cumprir os requisitos do usuário, apresentando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problemas de desempenho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confiabilidade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manutenção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muitas vezes ultrapassando o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orçamento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e o </a:t>
            </a:r>
            <a:r>
              <a:rPr lang="pt-BR" sz="20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prazo</a:t>
            </a:r>
            <a:r>
              <a:rPr lang="pt-BR" sz="20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estipulados.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01EA0B4-B948-9CD8-C875-CC6AFD5D0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10" y="2639543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oogle Gemini icon PNG and SVG Vector Free Download">
            <a:extLst>
              <a:ext uri="{FF2B5EF4-FFF2-40B4-BE49-F238E27FC236}">
                <a16:creationId xmlns:a16="http://schemas.microsoft.com/office/drawing/2014/main" id="{8384B2E6-E0C9-FA33-8D15-CA7533405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96" y="4088640"/>
            <a:ext cx="711559" cy="71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opilot icon PNG and SVG Vector Free Download">
            <a:extLst>
              <a:ext uri="{FF2B5EF4-FFF2-40B4-BE49-F238E27FC236}">
                <a16:creationId xmlns:a16="http://schemas.microsoft.com/office/drawing/2014/main" id="{4872EE2D-EBDC-6627-9CAE-57E1D067E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28" y="5556422"/>
            <a:ext cx="671367" cy="67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85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950A0-6591-76A8-7816-E6801AAB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dirty="0"/>
              <a:t>O que é Software de </a:t>
            </a:r>
            <a:r>
              <a:rPr lang="es-CL" dirty="0" err="1"/>
              <a:t>Qualidade</a:t>
            </a:r>
            <a:r>
              <a:rPr lang="es-CL" dirty="0"/>
              <a:t>?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EE63A37-CC2E-BB72-1EB3-DDD9E929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6</a:t>
            </a:fld>
            <a:endParaRPr lang="es-CL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F19173B-E839-9A30-A6CD-DC2C41C39078}"/>
              </a:ext>
            </a:extLst>
          </p:cNvPr>
          <p:cNvSpPr txBox="1">
            <a:spLocks/>
          </p:cNvSpPr>
          <p:nvPr/>
        </p:nvSpPr>
        <p:spPr>
          <a:xfrm>
            <a:off x="1457024" y="2295668"/>
            <a:ext cx="8596668" cy="475875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endParaRPr lang="pt-BR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É aquele que atende aos requisitos do usuário de forma 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eficiente, confiável e segura</a:t>
            </a:r>
            <a:r>
              <a:rPr lang="pt-BR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com desempenho adequado e manutenção facilitada, resultando em alta satisfação do cliente e baixos custos de correção de erros.</a:t>
            </a:r>
          </a:p>
          <a:p>
            <a:pPr algn="just"/>
            <a:endParaRPr lang="pt-BR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É aquele que atende às necessidades e expectativas dos seus usuários de forma 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confiável, eficiente e segura</a:t>
            </a:r>
            <a:r>
              <a:rPr lang="pt-BR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cumprindo seu propósito de maneira satisfatória, 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sem falhas frequentes ou bugs </a:t>
            </a:r>
            <a:r>
              <a:rPr lang="pt-BR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que comprometam a experiência do usuário.</a:t>
            </a:r>
          </a:p>
          <a:p>
            <a:pPr algn="just"/>
            <a:endParaRPr lang="pt-BR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É aquele que 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atende</a:t>
            </a:r>
            <a:r>
              <a:rPr lang="pt-BR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ou excede as expectativas do usuário em termos de 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funcionalidade</a:t>
            </a:r>
            <a:r>
              <a:rPr lang="pt-BR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desempenho, confiabilidade e facilidade de uso</a:t>
            </a:r>
            <a:r>
              <a:rPr lang="pt-BR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sendo entregue 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sem defeitos </a:t>
            </a:r>
            <a:r>
              <a:rPr lang="pt-BR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 dentro do prazo.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01EA0B4-B948-9CD8-C875-CC6AFD5D0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34" y="2567820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oogle Gemini icon PNG and SVG Vector Free Download">
            <a:extLst>
              <a:ext uri="{FF2B5EF4-FFF2-40B4-BE49-F238E27FC236}">
                <a16:creationId xmlns:a16="http://schemas.microsoft.com/office/drawing/2014/main" id="{8384B2E6-E0C9-FA33-8D15-CA7533405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20" y="4016917"/>
            <a:ext cx="711559" cy="71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opilot icon PNG and SVG Vector Free Download">
            <a:extLst>
              <a:ext uri="{FF2B5EF4-FFF2-40B4-BE49-F238E27FC236}">
                <a16:creationId xmlns:a16="http://schemas.microsoft.com/office/drawing/2014/main" id="{4872EE2D-EBDC-6627-9CAE-57E1D067E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52" y="5484699"/>
            <a:ext cx="671367" cy="67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822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73D39-BFAD-3E0C-EA67-0278A625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Nasce o </a:t>
            </a:r>
            <a:r>
              <a:rPr lang="es-CL" dirty="0" err="1"/>
              <a:t>Manifesto</a:t>
            </a:r>
            <a:r>
              <a:rPr lang="es-CL" dirty="0"/>
              <a:t> Ágil - 2001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31591F-BF71-B817-14F9-C018FF76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0588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s-CL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9A4B56-5585-4606-8C77-B9A48D13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7</a:t>
            </a:fld>
            <a:endParaRPr lang="es-CL"/>
          </a:p>
        </p:txBody>
      </p:sp>
      <p:pic>
        <p:nvPicPr>
          <p:cNvPr id="1026" name="Picture 2" descr="Metodologias ágeis na educação: potencializando resultados">
            <a:extLst>
              <a:ext uri="{FF2B5EF4-FFF2-40B4-BE49-F238E27FC236}">
                <a16:creationId xmlns:a16="http://schemas.microsoft.com/office/drawing/2014/main" id="{751406B4-BDFB-2221-A4B4-ED98D2ED2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112" y="2358979"/>
            <a:ext cx="8021775" cy="386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22E7AE6-C63F-643B-88C0-8B844F072359}"/>
              </a:ext>
            </a:extLst>
          </p:cNvPr>
          <p:cNvSpPr txBox="1"/>
          <p:nvPr/>
        </p:nvSpPr>
        <p:spPr>
          <a:xfrm>
            <a:off x="185455" y="6350376"/>
            <a:ext cx="668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https://agilemanifesto.org/iso/ptbr/manifesto.html</a:t>
            </a:r>
          </a:p>
        </p:txBody>
      </p:sp>
    </p:spTree>
    <p:extLst>
      <p:ext uri="{BB962C8B-B14F-4D97-AF65-F5344CB8AC3E}">
        <p14:creationId xmlns:p14="http://schemas.microsoft.com/office/powerpoint/2010/main" val="144561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B326C37-8BAD-F56F-BAE0-A8813079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8</a:t>
            </a:fld>
            <a:endParaRPr lang="es-CL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E66F959-A5FE-5DF0-8FFF-007FFFBBAA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7029" y="296091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9" name="AutoShape 2" descr="What are different frameworks within Agile methodology? - Become a  Full-Stack Tester Here">
            <a:extLst>
              <a:ext uri="{FF2B5EF4-FFF2-40B4-BE49-F238E27FC236}">
                <a16:creationId xmlns:a16="http://schemas.microsoft.com/office/drawing/2014/main" id="{2A220275-3972-1A2F-4306-A4D97CB11D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078" name="Picture 6" descr="logo scrum - ASR Consultoria">
            <a:extLst>
              <a:ext uri="{FF2B5EF4-FFF2-40B4-BE49-F238E27FC236}">
                <a16:creationId xmlns:a16="http://schemas.microsoft.com/office/drawing/2014/main" id="{33FDD483-E5C3-4E6D-44E2-3F3BF06DB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436" y="2486585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Kanban lean method project management icon Vector Image">
            <a:extLst>
              <a:ext uri="{FF2B5EF4-FFF2-40B4-BE49-F238E27FC236}">
                <a16:creationId xmlns:a16="http://schemas.microsoft.com/office/drawing/2014/main" id="{F9A32220-B42F-A79C-BFAA-734D317FC1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46"/>
          <a:stretch/>
        </p:blipFill>
        <p:spPr bwMode="auto">
          <a:xfrm>
            <a:off x="7272239" y="3692081"/>
            <a:ext cx="2724151" cy="2452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LEAN – Soft-in">
            <a:extLst>
              <a:ext uri="{FF2B5EF4-FFF2-40B4-BE49-F238E27FC236}">
                <a16:creationId xmlns:a16="http://schemas.microsoft.com/office/drawing/2014/main" id="{D68D6EAE-55F8-68E8-F062-A3F86E125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783" y="4615244"/>
            <a:ext cx="2148117" cy="143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09D68FD2-E447-E21E-3DAA-F43C1B20C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182" y="1044007"/>
            <a:ext cx="2068443" cy="203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Breve história dos OKRs - TRPlane.com">
            <a:extLst>
              <a:ext uri="{FF2B5EF4-FFF2-40B4-BE49-F238E27FC236}">
                <a16:creationId xmlns:a16="http://schemas.microsoft.com/office/drawing/2014/main" id="{64F866CB-DBBD-E779-316B-7975AAE24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376" y="1113492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713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17D3B-8442-5C50-5795-8B611FCA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Scrum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C94CD3-286B-3D58-DDCA-23A68FF25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781" y="2381624"/>
            <a:ext cx="3533586" cy="3627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/>
              <a:t>Scrum é um framework (estrutura) leve que ajuda </a:t>
            </a:r>
            <a:r>
              <a:rPr lang="pt-BR" sz="2400" b="1" dirty="0">
                <a:solidFill>
                  <a:srgbClr val="FF0000"/>
                </a:solidFill>
              </a:rPr>
              <a:t>pessoas, times e organizações </a:t>
            </a:r>
            <a:r>
              <a:rPr lang="pt-BR" sz="2400" b="1" dirty="0"/>
              <a:t>a gerar valor por meio de soluções adaptativas para problemas complexos.</a:t>
            </a:r>
            <a:endParaRPr lang="es-CL" sz="2400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CBDF70-AFAB-31D6-F5FF-B5D72790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9</a:t>
            </a:fld>
            <a:endParaRPr lang="es-CL"/>
          </a:p>
        </p:txBody>
      </p:sp>
      <p:pic>
        <p:nvPicPr>
          <p:cNvPr id="4098" name="Picture 2" descr="Scrum's Connection to Rugby. Scrum then and now, Episode 8 | by Paddy Corry  | Serious Scrum | Medium">
            <a:extLst>
              <a:ext uri="{FF2B5EF4-FFF2-40B4-BE49-F238E27FC236}">
                <a16:creationId xmlns:a16="http://schemas.microsoft.com/office/drawing/2014/main" id="{9AD96DA3-F2CD-63E8-3AB6-EF416A7D5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218" y="2299447"/>
            <a:ext cx="2584824" cy="129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Do we need a Business Analyst on an agile team? | Thoughtworks">
            <a:extLst>
              <a:ext uri="{FF2B5EF4-FFF2-40B4-BE49-F238E27FC236}">
                <a16:creationId xmlns:a16="http://schemas.microsoft.com/office/drawing/2014/main" id="{4EF6CA69-8BBD-A771-1F64-EB6C834BA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121" y="3022112"/>
            <a:ext cx="4588084" cy="3277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The Scrum Guide – A Quick Look">
            <a:extLst>
              <a:ext uri="{FF2B5EF4-FFF2-40B4-BE49-F238E27FC236}">
                <a16:creationId xmlns:a16="http://schemas.microsoft.com/office/drawing/2014/main" id="{2E35D286-4DD6-E6E2-9AD7-820AFDF59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577" y="5085737"/>
            <a:ext cx="1137997" cy="159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388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950A0-6591-76A8-7816-E6801AAB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dirty="0"/>
              <a:t>O que o Scrum faz de diferente?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B5D492-6C64-39D3-FC8C-78D3FAB10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616" y="2060950"/>
            <a:ext cx="8596668" cy="48093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br>
              <a:rPr lang="pt-BR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Iteração e Incremento:</a:t>
            </a:r>
            <a:r>
              <a:rPr lang="pt-BR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O produto final é feito em </a:t>
            </a:r>
            <a:r>
              <a:rPr lang="pt-BR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ciclos curtos</a:t>
            </a:r>
            <a:r>
              <a:rPr lang="pt-BR" sz="2800" dirty="0">
                <a:solidFill>
                  <a:srgbClr val="0D0D0D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que se repetem, </a:t>
            </a:r>
            <a:r>
              <a:rPr lang="pt-BR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chamados de </a:t>
            </a:r>
            <a:r>
              <a:rPr lang="pt-BR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Sprint.</a:t>
            </a:r>
            <a:endParaRPr lang="pt-BR" sz="2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28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Colaboração:</a:t>
            </a:r>
            <a:r>
              <a:rPr lang="pt-BR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As equipes multidisciplinares colaboram de forma próxima e constante.</a:t>
            </a:r>
            <a:br>
              <a:rPr lang="pt-BR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2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Adaptação</a:t>
            </a:r>
            <a:r>
              <a:rPr lang="pt-BR" sz="2800" b="1" dirty="0">
                <a:solidFill>
                  <a:srgbClr val="0D0D0D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800" dirty="0">
                <a:solidFill>
                  <a:srgbClr val="0D0D0D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Mudanças são bem-vindas</a:t>
            </a:r>
            <a:r>
              <a:rPr lang="pt-BR" sz="2800" b="1" dirty="0">
                <a:solidFill>
                  <a:srgbClr val="0D0D0D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28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Entrega Contínua de Valor:</a:t>
            </a:r>
            <a:r>
              <a:rPr lang="pt-BR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O foco está em </a:t>
            </a:r>
            <a:r>
              <a:rPr lang="pt-BR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entregar continuamente</a:t>
            </a:r>
            <a:r>
              <a:rPr lang="pt-BR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valor ao cliente</a:t>
            </a:r>
            <a:r>
              <a:rPr lang="pt-BR" sz="2800" dirty="0">
                <a:solidFill>
                  <a:srgbClr val="0D0D0D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 Pequenas entregas com frequência. Feedback mais rápido.</a:t>
            </a:r>
            <a:endParaRPr lang="es-CL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0734E7F-9300-A82F-A18C-4FF721A2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10</a:t>
            </a:fld>
            <a:endParaRPr lang="es-CL"/>
          </a:p>
        </p:txBody>
      </p:sp>
      <p:pic>
        <p:nvPicPr>
          <p:cNvPr id="4" name="Picture 4" descr="O Modelo Cascata não morreu! - Conexão Agile">
            <a:extLst>
              <a:ext uri="{FF2B5EF4-FFF2-40B4-BE49-F238E27FC236}">
                <a16:creationId xmlns:a16="http://schemas.microsoft.com/office/drawing/2014/main" id="{5166CC0B-2429-A335-DB14-D49E55C21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8236" y="2691726"/>
            <a:ext cx="3028608" cy="1091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518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950A0-6591-76A8-7816-E6801AAB4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04" y="785800"/>
            <a:ext cx="8761413" cy="706964"/>
          </a:xfrm>
        </p:spPr>
        <p:txBody>
          <a:bodyPr>
            <a:noAutofit/>
          </a:bodyPr>
          <a:lstStyle/>
          <a:p>
            <a:r>
              <a:rPr lang="es-CL" b="1" dirty="0">
                <a:solidFill>
                  <a:schemeClr val="bg1"/>
                </a:solidFill>
              </a:rPr>
              <a:t>OS 3 PILARES</a:t>
            </a:r>
            <a:endParaRPr lang="es-CL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EE63A37-CC2E-BB72-1EB3-DDD9E929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11</a:t>
            </a:fld>
            <a:endParaRPr lang="es-CL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F19173B-E839-9A30-A6CD-DC2C41C39078}"/>
              </a:ext>
            </a:extLst>
          </p:cNvPr>
          <p:cNvSpPr txBox="1">
            <a:spLocks/>
          </p:cNvSpPr>
          <p:nvPr/>
        </p:nvSpPr>
        <p:spPr>
          <a:xfrm>
            <a:off x="1977970" y="2199341"/>
            <a:ext cx="8596668" cy="43629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pt-BR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Cometa os erros rápido, para que a correção venha o quanto antes.</a:t>
            </a:r>
          </a:p>
          <a:p>
            <a:pPr algn="ctr"/>
            <a:endParaRPr lang="pt-BR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Entregar mais valor no menor tempo possível.</a:t>
            </a:r>
          </a:p>
          <a:p>
            <a:pPr algn="ctr"/>
            <a:endParaRPr lang="pt-BR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Maximizar a quantidade de</a:t>
            </a:r>
            <a:b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trabalho não realizado.</a:t>
            </a:r>
            <a:endParaRPr lang="pt-BR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18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950A0-6591-76A8-7816-E6801AAB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b="1" dirty="0">
                <a:solidFill>
                  <a:schemeClr val="bg1"/>
                </a:solidFill>
              </a:rPr>
              <a:t>OS 3 PILARES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EE63A37-CC2E-BB72-1EB3-DDD9E929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12</a:t>
            </a:fld>
            <a:endParaRPr lang="es-CL"/>
          </a:p>
        </p:txBody>
      </p:sp>
      <p:pic>
        <p:nvPicPr>
          <p:cNvPr id="3074" name="Picture 2" descr="Scrum Academy :: Fundamentos Internacionais do Scrum Master - 3.3 Os três  pilares no Scrum">
            <a:extLst>
              <a:ext uri="{FF2B5EF4-FFF2-40B4-BE49-F238E27FC236}">
                <a16:creationId xmlns:a16="http://schemas.microsoft.com/office/drawing/2014/main" id="{7E476D77-8B6D-896A-7F16-CA9549D706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1" r="15508" b="36067"/>
          <a:stretch/>
        </p:blipFill>
        <p:spPr bwMode="auto">
          <a:xfrm>
            <a:off x="1649202" y="2498167"/>
            <a:ext cx="8703338" cy="404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052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4088FCE8-CA56-7F79-4A27-F87BFB3432A1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1920440" y="2525526"/>
            <a:ext cx="8596668" cy="903474"/>
          </a:xfrm>
          <a:prstGeom prst="rect">
            <a:avLst/>
          </a:prstGeom>
          <a:solidFill>
            <a:schemeClr val="accent3"/>
          </a:solidFill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s-CL" b="1" dirty="0">
                <a:solidFill>
                  <a:schemeClr val="bg1"/>
                </a:solidFill>
              </a:rPr>
              <a:t>PAPÉIS / ROLES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E936312-2EEB-25F8-886C-2C0C5EE7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13</a:t>
            </a:fld>
            <a:endParaRPr lang="es-CL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6D445E6-4D8D-41A2-7F1C-28739682B8B5}"/>
              </a:ext>
            </a:extLst>
          </p:cNvPr>
          <p:cNvSpPr txBox="1">
            <a:spLocks/>
          </p:cNvSpPr>
          <p:nvPr/>
        </p:nvSpPr>
        <p:spPr>
          <a:xfrm>
            <a:off x="1866652" y="5192893"/>
            <a:ext cx="8596668" cy="923331"/>
          </a:xfrm>
          <a:prstGeom prst="rect">
            <a:avLst/>
          </a:prstGeom>
          <a:solidFill>
            <a:schemeClr val="accent3"/>
          </a:solidFill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CL" b="1" cap="all" dirty="0">
                <a:solidFill>
                  <a:schemeClr val="bg1"/>
                </a:solidFill>
              </a:rPr>
              <a:t>Eventos / </a:t>
            </a:r>
            <a:r>
              <a:rPr lang="es-CL" b="1" cap="all" dirty="0" err="1">
                <a:solidFill>
                  <a:schemeClr val="bg1"/>
                </a:solidFill>
              </a:rPr>
              <a:t>Cerimônias</a:t>
            </a:r>
            <a:endParaRPr lang="es-CL" b="1" cap="all" dirty="0">
              <a:solidFill>
                <a:schemeClr val="bg1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CBE0EF38-DE30-0971-8BBC-3006F3D6BEB2}"/>
              </a:ext>
            </a:extLst>
          </p:cNvPr>
          <p:cNvSpPr txBox="1">
            <a:spLocks/>
          </p:cNvSpPr>
          <p:nvPr/>
        </p:nvSpPr>
        <p:spPr>
          <a:xfrm>
            <a:off x="1920440" y="3849281"/>
            <a:ext cx="8596668" cy="923331"/>
          </a:xfrm>
          <a:prstGeom prst="rect">
            <a:avLst/>
          </a:prstGeom>
          <a:solidFill>
            <a:schemeClr val="accent3"/>
          </a:solidFill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CL" b="1" cap="all" dirty="0">
                <a:solidFill>
                  <a:schemeClr val="bg1"/>
                </a:solidFill>
              </a:rPr>
              <a:t>ARTEFATOS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D863CCC-42BA-05BE-5153-19BDE113630B}"/>
              </a:ext>
            </a:extLst>
          </p:cNvPr>
          <p:cNvSpPr txBox="1">
            <a:spLocks/>
          </p:cNvSpPr>
          <p:nvPr/>
        </p:nvSpPr>
        <p:spPr>
          <a:xfrm>
            <a:off x="706121" y="85631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L" b="1" dirty="0">
                <a:solidFill>
                  <a:schemeClr val="bg1"/>
                </a:solidFill>
              </a:rPr>
              <a:t>COMPOSIÇÃO DO SCRUM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92E52FD-1BBC-7C5D-AB54-CC0A1DA18434}"/>
              </a:ext>
            </a:extLst>
          </p:cNvPr>
          <p:cNvSpPr txBox="1"/>
          <p:nvPr/>
        </p:nvSpPr>
        <p:spPr>
          <a:xfrm>
            <a:off x="238970" y="6296477"/>
            <a:ext cx="8352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“Remover elementos ou não seguir as regras do </a:t>
            </a:r>
            <a:r>
              <a:rPr lang="pt-BR" sz="14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Scrum</a:t>
            </a:r>
            <a:r>
              <a:rPr lang="pt-BR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, encobre os problemas e limita os benefícios do </a:t>
            </a:r>
            <a:r>
              <a:rPr lang="pt-BR" sz="14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Scrum</a:t>
            </a:r>
            <a:r>
              <a:rPr lang="pt-BR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, potencialmente até tornando-o inútil. “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283759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7" descr="Desenho de personagem de desenhos animados com texto preto sobre fundo branco&#10;&#10;Descrição gerada automaticamente com confiança média">
            <a:extLst>
              <a:ext uri="{FF2B5EF4-FFF2-40B4-BE49-F238E27FC236}">
                <a16:creationId xmlns:a16="http://schemas.microsoft.com/office/drawing/2014/main" id="{87016D20-62BA-F5EA-31AA-83BA85C55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9529" y="2397928"/>
            <a:ext cx="11945006" cy="368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E936312-2EEB-25F8-886C-2C0C5EE7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14</a:t>
            </a:fld>
            <a:endParaRPr lang="es-CL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903F5C-8A85-AEF1-9225-93EEC4561965}"/>
              </a:ext>
            </a:extLst>
          </p:cNvPr>
          <p:cNvSpPr txBox="1"/>
          <p:nvPr/>
        </p:nvSpPr>
        <p:spPr>
          <a:xfrm>
            <a:off x="924025" y="6304549"/>
            <a:ext cx="8181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Tradução -&gt;  </a:t>
            </a:r>
            <a:r>
              <a:rPr lang="pt-BR" sz="1200" dirty="0" err="1">
                <a:solidFill>
                  <a:schemeClr val="bg1">
                    <a:lumMod val="50000"/>
                  </a:schemeClr>
                </a:solidFill>
              </a:rPr>
              <a:t>Product</a:t>
            </a: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bg1">
                    <a:lumMod val="50000"/>
                  </a:schemeClr>
                </a:solidFill>
              </a:rPr>
              <a:t>Owner</a:t>
            </a: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 = Dono do Produto,       </a:t>
            </a:r>
            <a:r>
              <a:rPr lang="pt-BR" sz="1200" dirty="0" err="1">
                <a:solidFill>
                  <a:schemeClr val="bg1">
                    <a:lumMod val="50000"/>
                  </a:schemeClr>
                </a:solidFill>
              </a:rPr>
              <a:t>Developer</a:t>
            </a: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 Team = Desenvolvedores</a:t>
            </a:r>
          </a:p>
        </p:txBody>
      </p:sp>
      <p:sp>
        <p:nvSpPr>
          <p:cNvPr id="4" name="Balão de Pensamento: Nuvem 3">
            <a:extLst>
              <a:ext uri="{FF2B5EF4-FFF2-40B4-BE49-F238E27FC236}">
                <a16:creationId xmlns:a16="http://schemas.microsoft.com/office/drawing/2014/main" id="{88BA4916-F61D-DF0A-D8A1-2866CDA13591}"/>
              </a:ext>
            </a:extLst>
          </p:cNvPr>
          <p:cNvSpPr/>
          <p:nvPr/>
        </p:nvSpPr>
        <p:spPr>
          <a:xfrm>
            <a:off x="10771639" y="2464485"/>
            <a:ext cx="1107184" cy="809698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DBA, Gerente, Testador, Analista de Negócios, Analista de Segurança, Infra??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08BAE53-3477-AF04-0C3A-C89FC1AF6A41}"/>
              </a:ext>
            </a:extLst>
          </p:cNvPr>
          <p:cNvSpPr txBox="1">
            <a:spLocks/>
          </p:cNvSpPr>
          <p:nvPr/>
        </p:nvSpPr>
        <p:spPr>
          <a:xfrm>
            <a:off x="706121" y="85631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L" sz="3600" b="1" dirty="0">
                <a:solidFill>
                  <a:schemeClr val="bg1"/>
                </a:solidFill>
              </a:rPr>
              <a:t>PAPÉIS DENTRO DO TIME</a:t>
            </a:r>
            <a:endParaRPr lang="es-CL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811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6EA05-7674-FAF4-1F71-4FD7C47B4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solidFill>
                  <a:schemeClr val="bg1"/>
                </a:solidFill>
              </a:rPr>
              <a:t>ARTEFATOS</a:t>
            </a:r>
            <a:endParaRPr lang="es-CL" dirty="0"/>
          </a:p>
        </p:txBody>
      </p:sp>
      <p:sp>
        <p:nvSpPr>
          <p:cNvPr id="25" name="Espaço Reservado para Número de Slide 24">
            <a:extLst>
              <a:ext uri="{FF2B5EF4-FFF2-40B4-BE49-F238E27FC236}">
                <a16:creationId xmlns:a16="http://schemas.microsoft.com/office/drawing/2014/main" id="{B09AB94A-330F-C7A4-8D1E-392B4381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15</a:t>
            </a:fld>
            <a:endParaRPr lang="es-CL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C972C71-09BC-7CF0-C667-9005E251B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97"/>
          <a:stretch/>
        </p:blipFill>
        <p:spPr bwMode="auto">
          <a:xfrm>
            <a:off x="677334" y="2226196"/>
            <a:ext cx="10315344" cy="247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6B87021-F289-D289-3040-EEA334DF350B}"/>
              </a:ext>
            </a:extLst>
          </p:cNvPr>
          <p:cNvSpPr/>
          <p:nvPr/>
        </p:nvSpPr>
        <p:spPr>
          <a:xfrm>
            <a:off x="2050181" y="4840803"/>
            <a:ext cx="847023" cy="231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História 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3741212-F119-63B2-67F1-D5A2727143DB}"/>
              </a:ext>
            </a:extLst>
          </p:cNvPr>
          <p:cNvSpPr/>
          <p:nvPr/>
        </p:nvSpPr>
        <p:spPr>
          <a:xfrm>
            <a:off x="2050180" y="5128308"/>
            <a:ext cx="847023" cy="231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História B</a:t>
            </a: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CB76E315-B463-0601-DE00-581F7D541E33}"/>
              </a:ext>
            </a:extLst>
          </p:cNvPr>
          <p:cNvSpPr/>
          <p:nvPr/>
        </p:nvSpPr>
        <p:spPr>
          <a:xfrm>
            <a:off x="3998181" y="5108955"/>
            <a:ext cx="847023" cy="444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2A9DAF5-847E-0E1A-5EFF-F968093C8C14}"/>
              </a:ext>
            </a:extLst>
          </p:cNvPr>
          <p:cNvSpPr/>
          <p:nvPr/>
        </p:nvSpPr>
        <p:spPr>
          <a:xfrm>
            <a:off x="2050180" y="5433108"/>
            <a:ext cx="847023" cy="231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História C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6D20E13-0FE4-9E3D-C330-74B850E23B1C}"/>
              </a:ext>
            </a:extLst>
          </p:cNvPr>
          <p:cNvSpPr/>
          <p:nvPr/>
        </p:nvSpPr>
        <p:spPr>
          <a:xfrm>
            <a:off x="2059804" y="5736969"/>
            <a:ext cx="847023" cy="231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História D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917CDE5-6B7A-5667-0E28-9E005C8F744C}"/>
              </a:ext>
            </a:extLst>
          </p:cNvPr>
          <p:cNvSpPr/>
          <p:nvPr/>
        </p:nvSpPr>
        <p:spPr>
          <a:xfrm>
            <a:off x="2059804" y="6042999"/>
            <a:ext cx="847023" cy="231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História E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7B504C7-8EB8-B2D1-23F4-4E946724C358}"/>
              </a:ext>
            </a:extLst>
          </p:cNvPr>
          <p:cNvSpPr/>
          <p:nvPr/>
        </p:nvSpPr>
        <p:spPr>
          <a:xfrm>
            <a:off x="2059804" y="6345630"/>
            <a:ext cx="847023" cy="231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História F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619BD4D5-5D8C-5E61-7AD9-7FF5500F668C}"/>
              </a:ext>
            </a:extLst>
          </p:cNvPr>
          <p:cNvSpPr/>
          <p:nvPr/>
        </p:nvSpPr>
        <p:spPr>
          <a:xfrm>
            <a:off x="5403853" y="4872232"/>
            <a:ext cx="847023" cy="231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História A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B0C6CE43-7DB7-83FD-1860-9AB46D6A2C77}"/>
              </a:ext>
            </a:extLst>
          </p:cNvPr>
          <p:cNvSpPr/>
          <p:nvPr/>
        </p:nvSpPr>
        <p:spPr>
          <a:xfrm>
            <a:off x="5403851" y="5215460"/>
            <a:ext cx="847023" cy="231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História D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6F3C3EE-FBE8-2C76-2545-F9DF78551082}"/>
              </a:ext>
            </a:extLst>
          </p:cNvPr>
          <p:cNvSpPr/>
          <p:nvPr/>
        </p:nvSpPr>
        <p:spPr>
          <a:xfrm>
            <a:off x="5403851" y="5548963"/>
            <a:ext cx="847023" cy="231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História 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716161E-FE06-9F6B-6FC4-44027612711A}"/>
              </a:ext>
            </a:extLst>
          </p:cNvPr>
          <p:cNvSpPr txBox="1"/>
          <p:nvPr/>
        </p:nvSpPr>
        <p:spPr>
          <a:xfrm>
            <a:off x="4674983" y="6345630"/>
            <a:ext cx="5234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Tradução -&gt; Backlog = Lista de Pendências</a:t>
            </a:r>
          </a:p>
        </p:txBody>
      </p:sp>
    </p:spTree>
    <p:extLst>
      <p:ext uri="{BB962C8B-B14F-4D97-AF65-F5344CB8AC3E}">
        <p14:creationId xmlns:p14="http://schemas.microsoft.com/office/powerpoint/2010/main" val="4111383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4002729-D735-DFEA-3D24-A77C610CE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EVENTOS / CERIMÔNIAS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E880330-13D3-BF87-7287-844D4A11EF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42896" y="2287489"/>
            <a:ext cx="6544539" cy="419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1ADBBE-255E-2E5C-66A3-24707294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16</a:t>
            </a:fld>
            <a:endParaRPr lang="es-CL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3E510D-DB19-945F-6C39-63208B678F3F}"/>
              </a:ext>
            </a:extLst>
          </p:cNvPr>
          <p:cNvSpPr txBox="1"/>
          <p:nvPr/>
        </p:nvSpPr>
        <p:spPr>
          <a:xfrm>
            <a:off x="494063" y="6305315"/>
            <a:ext cx="9198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Tradução -&gt;  Planning = Planejamento,      Scrum Daily = Reunião Diária,      Review = Revisão</a:t>
            </a:r>
          </a:p>
        </p:txBody>
      </p:sp>
    </p:spTree>
    <p:extLst>
      <p:ext uri="{BB962C8B-B14F-4D97-AF65-F5344CB8AC3E}">
        <p14:creationId xmlns:p14="http://schemas.microsoft.com/office/powerpoint/2010/main" val="3650863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69B403F6-B552-0C2F-CA9E-9B2C09874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907" y="581567"/>
            <a:ext cx="8761413" cy="706964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NA PRÁTICA</a:t>
            </a:r>
            <a:endParaRPr lang="es-CL" sz="3200" dirty="0"/>
          </a:p>
        </p:txBody>
      </p:sp>
      <p:sp>
        <p:nvSpPr>
          <p:cNvPr id="14" name="Espaço Reservado para Número de Slide 13">
            <a:extLst>
              <a:ext uri="{FF2B5EF4-FFF2-40B4-BE49-F238E27FC236}">
                <a16:creationId xmlns:a16="http://schemas.microsoft.com/office/drawing/2014/main" id="{74226683-807A-6A8E-714E-44358A75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17</a:t>
            </a:fld>
            <a:endParaRPr lang="es-CL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305E435-13BE-B070-9CCB-34AD7A32AE5C}"/>
              </a:ext>
            </a:extLst>
          </p:cNvPr>
          <p:cNvGrpSpPr/>
          <p:nvPr/>
        </p:nvGrpSpPr>
        <p:grpSpPr>
          <a:xfrm>
            <a:off x="1840438" y="2265082"/>
            <a:ext cx="8140268" cy="3648928"/>
            <a:chOff x="677353" y="1323701"/>
            <a:chExt cx="8801517" cy="4468786"/>
          </a:xfrm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9AEC4DD2-3721-C838-53E7-A50E9F3A3CFA}"/>
                </a:ext>
              </a:extLst>
            </p:cNvPr>
            <p:cNvGrpSpPr/>
            <p:nvPr/>
          </p:nvGrpSpPr>
          <p:grpSpPr>
            <a:xfrm>
              <a:off x="677353" y="1323701"/>
              <a:ext cx="8801517" cy="4468786"/>
              <a:chOff x="601757" y="1462617"/>
              <a:chExt cx="8801517" cy="4468786"/>
            </a:xfrm>
          </p:grpSpPr>
          <p:pic>
            <p:nvPicPr>
              <p:cNvPr id="3" name="Imagem 2" descr="Diagrama&#10;&#10;Descrição gerada automaticamente">
                <a:extLst>
                  <a:ext uri="{FF2B5EF4-FFF2-40B4-BE49-F238E27FC236}">
                    <a16:creationId xmlns:a16="http://schemas.microsoft.com/office/drawing/2014/main" id="{689B443F-4A2B-6B3B-0AFE-03404F58AA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1757" y="1462617"/>
                <a:ext cx="8492999" cy="4437592"/>
              </a:xfrm>
              <a:prstGeom prst="rect">
                <a:avLst/>
              </a:prstGeom>
            </p:spPr>
          </p:pic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02A25B4-F6DD-3B9B-FD1D-7E82E9521C7F}"/>
                  </a:ext>
                </a:extLst>
              </p:cNvPr>
              <p:cNvSpPr txBox="1"/>
              <p:nvPr/>
            </p:nvSpPr>
            <p:spPr>
              <a:xfrm>
                <a:off x="2108198" y="5223933"/>
                <a:ext cx="1828801" cy="68526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pt-BR" sz="1400" dirty="0"/>
                  <a:t>Seleciona as Histórias do </a:t>
                </a:r>
                <a:r>
                  <a:rPr lang="pt-BR" sz="1400" dirty="0" err="1"/>
                  <a:t>Product</a:t>
                </a:r>
                <a:r>
                  <a:rPr lang="pt-BR" sz="1400" dirty="0"/>
                  <a:t> Backlog e cria o Sprint Backlog</a:t>
                </a:r>
              </a:p>
            </p:txBody>
          </p:sp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8167C71-DF58-18FA-D839-703CFD944E85}"/>
                  </a:ext>
                </a:extLst>
              </p:cNvPr>
              <p:cNvSpPr txBox="1"/>
              <p:nvPr/>
            </p:nvSpPr>
            <p:spPr>
              <a:xfrm>
                <a:off x="7722124" y="5192739"/>
                <a:ext cx="1681150" cy="7386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pt-BR" sz="1400" dirty="0"/>
                  <a:t>Produto completo</a:t>
                </a:r>
              </a:p>
              <a:p>
                <a:endParaRPr lang="pt-BR" sz="1400" dirty="0"/>
              </a:p>
              <a:p>
                <a:endParaRPr lang="pt-BR" sz="1400" dirty="0"/>
              </a:p>
            </p:txBody>
          </p:sp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1ED34AA-8F8C-2D88-E888-275F210E973F}"/>
                  </a:ext>
                </a:extLst>
              </p:cNvPr>
              <p:cNvSpPr txBox="1"/>
              <p:nvPr/>
            </p:nvSpPr>
            <p:spPr>
              <a:xfrm>
                <a:off x="2192868" y="3055434"/>
                <a:ext cx="1182140" cy="9541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pt-BR" sz="1400" dirty="0"/>
                  <a:t>Histórias concluídas</a:t>
                </a:r>
              </a:p>
              <a:p>
                <a:endParaRPr lang="pt-BR" sz="1400" dirty="0"/>
              </a:p>
              <a:p>
                <a:endParaRPr lang="pt-BR" sz="1400" dirty="0"/>
              </a:p>
            </p:txBody>
          </p:sp>
        </p:grp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CE3CB205-64CB-731A-7A66-B893B26FD9BC}"/>
                </a:ext>
              </a:extLst>
            </p:cNvPr>
            <p:cNvCxnSpPr/>
            <p:nvPr/>
          </p:nvCxnSpPr>
          <p:spPr>
            <a:xfrm flipH="1">
              <a:off x="3861405" y="5053823"/>
              <a:ext cx="856649" cy="2498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B6DF9C4-A96F-765C-7A98-B739446CEDF0}"/>
              </a:ext>
            </a:extLst>
          </p:cNvPr>
          <p:cNvSpPr txBox="1"/>
          <p:nvPr/>
        </p:nvSpPr>
        <p:spPr>
          <a:xfrm>
            <a:off x="488087" y="6485703"/>
            <a:ext cx="115387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>
                    <a:lumMod val="50000"/>
                  </a:schemeClr>
                </a:solidFill>
              </a:rPr>
              <a:t>Tradução -&gt; Backlog = Lista de Pendências,     Planning = Planejamento,      Scrum Daily = Reunião Diária,      Review = Revisão,     </a:t>
            </a:r>
            <a:r>
              <a:rPr lang="pt-BR" sz="1100" dirty="0" err="1">
                <a:solidFill>
                  <a:schemeClr val="bg1">
                    <a:lumMod val="50000"/>
                  </a:schemeClr>
                </a:solidFill>
              </a:rPr>
              <a:t>Implementation</a:t>
            </a:r>
            <a:r>
              <a:rPr lang="pt-BR" sz="1100" dirty="0">
                <a:solidFill>
                  <a:schemeClr val="bg1">
                    <a:lumMod val="50000"/>
                  </a:schemeClr>
                </a:solidFill>
              </a:rPr>
              <a:t> = Programação/Desenvolvimento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1290119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98DF3A3E-BB44-97FF-7AE9-BD064CD24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9010" cy="6735482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1ADBBE-255E-2E5C-66A3-24707294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18</a:t>
            </a:fld>
            <a:endParaRPr lang="es-CL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CF6F2B8-F3B2-9C21-F6AA-C2574A1CE95A}"/>
              </a:ext>
            </a:extLst>
          </p:cNvPr>
          <p:cNvSpPr txBox="1"/>
          <p:nvPr/>
        </p:nvSpPr>
        <p:spPr>
          <a:xfrm>
            <a:off x="8332632" y="1633405"/>
            <a:ext cx="3271234" cy="13926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Time LATAM </a:t>
            </a:r>
            <a:r>
              <a:rPr lang="pt-BR" sz="11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Mantenimiento</a:t>
            </a:r>
            <a:r>
              <a:rPr lang="pt-BR" sz="1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 Aeronaves</a:t>
            </a:r>
          </a:p>
          <a:p>
            <a:r>
              <a:rPr lang="pt-BR" sz="105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Product</a:t>
            </a:r>
            <a:r>
              <a:rPr lang="pt-BR" sz="105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pt-BR" sz="105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Owner</a:t>
            </a:r>
            <a:r>
              <a:rPr lang="pt-BR" sz="105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– Diego (latam </a:t>
            </a:r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r>
              <a:rPr lang="pt-BR" sz="105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Scrum Master 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– Claudia (latam chile)</a:t>
            </a:r>
          </a:p>
          <a:p>
            <a:r>
              <a:rPr lang="pt-BR" sz="105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Developer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Miguel – </a:t>
            </a:r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fullstack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(latam chile)</a:t>
            </a:r>
          </a:p>
          <a:p>
            <a:r>
              <a:rPr lang="pt-BR" sz="105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Developer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Javier – </a:t>
            </a:r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backend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</a:t>
            </a:r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accenture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chile)</a:t>
            </a:r>
          </a:p>
          <a:p>
            <a:r>
              <a:rPr lang="pt-BR" sz="105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Developer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Paullo – </a:t>
            </a:r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backend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</a:t>
            </a:r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everis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r>
              <a:rPr lang="pt-BR" sz="105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Developer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José – </a:t>
            </a:r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frontend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</a:t>
            </a:r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everis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chile)</a:t>
            </a:r>
          </a:p>
          <a:p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Developer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Rafael - (</a:t>
            </a:r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everis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pt-BR" sz="1050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</a:t>
            </a:r>
            <a:r>
              <a:rPr lang="pt-BR" sz="105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34790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1ADBBE-255E-2E5C-66A3-24707294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19</a:t>
            </a:fld>
            <a:endParaRPr lang="es-CL"/>
          </a:p>
        </p:txBody>
      </p:sp>
      <p:pic>
        <p:nvPicPr>
          <p:cNvPr id="12" name="Imagem 11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3778191-52F4-BDCC-5E00-76EE91F2B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24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69B403F6-B552-0C2F-CA9E-9B2C0987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 dirty="0" err="1"/>
              <a:t>Ferramenta</a:t>
            </a:r>
            <a:r>
              <a:rPr lang="es-CL" sz="2800" dirty="0"/>
              <a:t> de </a:t>
            </a:r>
            <a:r>
              <a:rPr lang="es-CL" sz="2800" dirty="0" err="1"/>
              <a:t>Gestão</a:t>
            </a:r>
            <a:r>
              <a:rPr lang="es-CL" sz="2800" dirty="0"/>
              <a:t> Ágil 1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103587C7-FC6B-06C6-3BB7-3204BB9D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20</a:t>
            </a:fld>
            <a:endParaRPr lang="es-CL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CE3CB205-64CB-731A-7A66-B893B26FD9BC}"/>
              </a:ext>
            </a:extLst>
          </p:cNvPr>
          <p:cNvCxnSpPr/>
          <p:nvPr/>
        </p:nvCxnSpPr>
        <p:spPr>
          <a:xfrm flipH="1">
            <a:off x="3927107" y="4687913"/>
            <a:ext cx="856649" cy="249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Atlassian Jira e Plugins Jira - Portal do Cliente Pixeon">
            <a:extLst>
              <a:ext uri="{FF2B5EF4-FFF2-40B4-BE49-F238E27FC236}">
                <a16:creationId xmlns:a16="http://schemas.microsoft.com/office/drawing/2014/main" id="{93DF4574-600B-197A-B3D8-7C251BA38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529" y="2566609"/>
            <a:ext cx="1412955" cy="55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2EC72B73-3D42-7001-B30B-2C2B73B61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996" y="2347171"/>
            <a:ext cx="4088951" cy="4442958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AEBF4162-9941-2F38-6BDB-E46159220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702" y="3687181"/>
            <a:ext cx="1387782" cy="39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Scrum solo - Webpoint">
            <a:extLst>
              <a:ext uri="{FF2B5EF4-FFF2-40B4-BE49-F238E27FC236}">
                <a16:creationId xmlns:a16="http://schemas.microsoft.com/office/drawing/2014/main" id="{BCCA9A9A-6D53-22A7-C799-A0132AF1B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223" y="4653249"/>
            <a:ext cx="2510740" cy="161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484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69B403F6-B552-0C2F-CA9E-9B2C0987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 dirty="0" err="1"/>
              <a:t>Ferramenta</a:t>
            </a:r>
            <a:r>
              <a:rPr lang="es-CL" sz="2800" dirty="0"/>
              <a:t> de </a:t>
            </a:r>
            <a:r>
              <a:rPr lang="es-CL" sz="2800" dirty="0" err="1"/>
              <a:t>Gestão</a:t>
            </a:r>
            <a:r>
              <a:rPr lang="es-CL" sz="2800" dirty="0"/>
              <a:t> Ágil 2</a:t>
            </a:r>
          </a:p>
        </p:txBody>
      </p:sp>
      <p:sp>
        <p:nvSpPr>
          <p:cNvPr id="14" name="Espaço Reservado para Número de Slide 13">
            <a:extLst>
              <a:ext uri="{FF2B5EF4-FFF2-40B4-BE49-F238E27FC236}">
                <a16:creationId xmlns:a16="http://schemas.microsoft.com/office/drawing/2014/main" id="{4199D458-1630-2B7A-5CBD-8ECA151CC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21</a:t>
            </a:fld>
            <a:endParaRPr lang="es-CL"/>
          </a:p>
        </p:txBody>
      </p:sp>
      <p:pic>
        <p:nvPicPr>
          <p:cNvPr id="2050" name="Picture 2" descr="Atlassian Jira e Plugins Jira - Portal do Cliente Pixeon">
            <a:extLst>
              <a:ext uri="{FF2B5EF4-FFF2-40B4-BE49-F238E27FC236}">
                <a16:creationId xmlns:a16="http://schemas.microsoft.com/office/drawing/2014/main" id="{93DF4574-600B-197A-B3D8-7C251BA38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228" y="724869"/>
            <a:ext cx="1709738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93C05B6-1B06-E617-7E93-304E0EFF3AE1}"/>
              </a:ext>
            </a:extLst>
          </p:cNvPr>
          <p:cNvGrpSpPr/>
          <p:nvPr/>
        </p:nvGrpSpPr>
        <p:grpSpPr>
          <a:xfrm>
            <a:off x="1675614" y="2226119"/>
            <a:ext cx="8962971" cy="4554187"/>
            <a:chOff x="540084" y="1694213"/>
            <a:chExt cx="8962971" cy="4554187"/>
          </a:xfrm>
        </p:grpSpPr>
        <p:pic>
          <p:nvPicPr>
            <p:cNvPr id="5" name="Imagem 4" descr="Interface gráfica do usuário, Texto, Aplicativo, Teams&#10;&#10;Descrição gerada automaticamente">
              <a:extLst>
                <a:ext uri="{FF2B5EF4-FFF2-40B4-BE49-F238E27FC236}">
                  <a16:creationId xmlns:a16="http://schemas.microsoft.com/office/drawing/2014/main" id="{3122C642-3AB3-975E-2489-975E2B0D8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084" y="1694213"/>
              <a:ext cx="8962971" cy="4554187"/>
            </a:xfrm>
            <a:prstGeom prst="rect">
              <a:avLst/>
            </a:prstGeom>
          </p:spPr>
        </p:pic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46A115D4-0EFA-462D-0DB5-2E5B228B961E}"/>
                </a:ext>
              </a:extLst>
            </p:cNvPr>
            <p:cNvSpPr/>
            <p:nvPr/>
          </p:nvSpPr>
          <p:spPr>
            <a:xfrm>
              <a:off x="2197100" y="3015013"/>
              <a:ext cx="1447800" cy="323850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4A7A4D95-A3EB-8D61-2179-D45727EE322E}"/>
                </a:ext>
              </a:extLst>
            </p:cNvPr>
            <p:cNvSpPr/>
            <p:nvPr/>
          </p:nvSpPr>
          <p:spPr>
            <a:xfrm>
              <a:off x="1968500" y="4765676"/>
              <a:ext cx="1447800" cy="323850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253586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CB25B-3669-798D-B901-3D02E2DBB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Scrum Resumo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585A421-D566-9617-E1E4-39328F3C28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672117"/>
            <a:ext cx="7501295" cy="29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AB402E3-3F25-6CCD-4087-5189556DD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22</a:t>
            </a:fld>
            <a:endParaRPr lang="es-CL"/>
          </a:p>
        </p:txBody>
      </p:sp>
      <p:pic>
        <p:nvPicPr>
          <p:cNvPr id="7" name="Imagem 6" descr="Tabela&#10;&#10;Descrição gerada automaticamente">
            <a:extLst>
              <a:ext uri="{FF2B5EF4-FFF2-40B4-BE49-F238E27FC236}">
                <a16:creationId xmlns:a16="http://schemas.microsoft.com/office/drawing/2014/main" id="{8B06A601-81C2-6473-7E99-ABCBC99CC4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601" y="1520892"/>
            <a:ext cx="4449520" cy="527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77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7AC79-FCB7-B514-9B21-01ACFF36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Filosofando?!?!🤔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97E05B-E1BB-6F3A-EDD9-202D6415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23</a:t>
            </a:fld>
            <a:endParaRPr lang="es-CL"/>
          </a:p>
        </p:txBody>
      </p:sp>
      <p:sp>
        <p:nvSpPr>
          <p:cNvPr id="7" name="Nuvem 6">
            <a:extLst>
              <a:ext uri="{FF2B5EF4-FFF2-40B4-BE49-F238E27FC236}">
                <a16:creationId xmlns:a16="http://schemas.microsoft.com/office/drawing/2014/main" id="{8DDD7475-027A-4D16-E1DD-54EFCB229DE1}"/>
              </a:ext>
            </a:extLst>
          </p:cNvPr>
          <p:cNvSpPr/>
          <p:nvPr/>
        </p:nvSpPr>
        <p:spPr>
          <a:xfrm>
            <a:off x="7872305" y="3839381"/>
            <a:ext cx="2480235" cy="1368611"/>
          </a:xfrm>
          <a:prstGeom prst="cloud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“A principal tarefa na vida é simplesmente esta: identificar e separar as questões fora do meu controle”, </a:t>
            </a:r>
            <a:r>
              <a:rPr lang="pt-BR" sz="1050" dirty="0" err="1"/>
              <a:t>Epicteto</a:t>
            </a:r>
            <a:endParaRPr lang="pt-BR" sz="1050" dirty="0"/>
          </a:p>
        </p:txBody>
      </p:sp>
      <p:sp>
        <p:nvSpPr>
          <p:cNvPr id="8" name="Nuvem 7">
            <a:extLst>
              <a:ext uri="{FF2B5EF4-FFF2-40B4-BE49-F238E27FC236}">
                <a16:creationId xmlns:a16="http://schemas.microsoft.com/office/drawing/2014/main" id="{3D5F6503-8C48-0BAB-9730-E9FEB2BC0C5A}"/>
              </a:ext>
            </a:extLst>
          </p:cNvPr>
          <p:cNvSpPr/>
          <p:nvPr/>
        </p:nvSpPr>
        <p:spPr>
          <a:xfrm>
            <a:off x="1192306" y="5301129"/>
            <a:ext cx="2480235" cy="1368611"/>
          </a:xfrm>
          <a:prstGeom prst="cloud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“Uma pessoa que desconhece seu objetivo na vida, não sabe quem é ou o que é o universo”, Marco Aurélio</a:t>
            </a:r>
          </a:p>
        </p:txBody>
      </p:sp>
      <p:sp>
        <p:nvSpPr>
          <p:cNvPr id="9" name="Nuvem 8">
            <a:extLst>
              <a:ext uri="{FF2B5EF4-FFF2-40B4-BE49-F238E27FC236}">
                <a16:creationId xmlns:a16="http://schemas.microsoft.com/office/drawing/2014/main" id="{AA941EF1-A8B4-9E5D-6EE0-CE48A1FFD42A}"/>
              </a:ext>
            </a:extLst>
          </p:cNvPr>
          <p:cNvSpPr/>
          <p:nvPr/>
        </p:nvSpPr>
        <p:spPr>
          <a:xfrm>
            <a:off x="7112183" y="2502126"/>
            <a:ext cx="1972242" cy="113129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dirty="0"/>
              <a:t>“Refletimos apenas sobre o que estamos prestes a fazer. Entretanto, nossos planos para o futuro provêm do passado”, Sêneca</a:t>
            </a:r>
          </a:p>
        </p:txBody>
      </p:sp>
      <p:sp>
        <p:nvSpPr>
          <p:cNvPr id="10" name="Nuvem 9">
            <a:extLst>
              <a:ext uri="{FF2B5EF4-FFF2-40B4-BE49-F238E27FC236}">
                <a16:creationId xmlns:a16="http://schemas.microsoft.com/office/drawing/2014/main" id="{DC40A203-B98B-BB56-BF63-E0DFAE613EF9}"/>
              </a:ext>
            </a:extLst>
          </p:cNvPr>
          <p:cNvSpPr/>
          <p:nvPr/>
        </p:nvSpPr>
        <p:spPr>
          <a:xfrm>
            <a:off x="9086752" y="5355330"/>
            <a:ext cx="2480235" cy="1368611"/>
          </a:xfrm>
          <a:prstGeom prst="cloud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/>
              <a:t>“Se desejas melhorar, contenta-te em parecer desinformado ou estúpido em assuntos que desconheces”, </a:t>
            </a:r>
            <a:r>
              <a:rPr lang="pt-BR" sz="900" dirty="0" err="1"/>
              <a:t>Epicteto</a:t>
            </a:r>
            <a:endParaRPr lang="pt-BR" sz="900" dirty="0"/>
          </a:p>
        </p:txBody>
      </p:sp>
      <p:sp>
        <p:nvSpPr>
          <p:cNvPr id="11" name="Nuvem 10">
            <a:extLst>
              <a:ext uri="{FF2B5EF4-FFF2-40B4-BE49-F238E27FC236}">
                <a16:creationId xmlns:a16="http://schemas.microsoft.com/office/drawing/2014/main" id="{1918B243-2B0C-6E05-49C3-83BE21558A32}"/>
              </a:ext>
            </a:extLst>
          </p:cNvPr>
          <p:cNvSpPr/>
          <p:nvPr/>
        </p:nvSpPr>
        <p:spPr>
          <a:xfrm>
            <a:off x="3059391" y="3892029"/>
            <a:ext cx="2330821" cy="1246964"/>
          </a:xfrm>
          <a:prstGeom prst="clou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“Manterei constante vigilância sobre mim mesmo e submeterei cada dia a uma revisão”, Sêneca</a:t>
            </a:r>
          </a:p>
        </p:txBody>
      </p:sp>
      <p:sp>
        <p:nvSpPr>
          <p:cNvPr id="12" name="Nuvem 11">
            <a:extLst>
              <a:ext uri="{FF2B5EF4-FFF2-40B4-BE49-F238E27FC236}">
                <a16:creationId xmlns:a16="http://schemas.microsoft.com/office/drawing/2014/main" id="{CC9227C0-3BEB-0256-DAD5-147BAA2A7EE4}"/>
              </a:ext>
            </a:extLst>
          </p:cNvPr>
          <p:cNvSpPr/>
          <p:nvPr/>
        </p:nvSpPr>
        <p:spPr>
          <a:xfrm>
            <a:off x="10352540" y="4069709"/>
            <a:ext cx="1594315" cy="116565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“Considera sagrada tua capacidade de compreensão”, Marco Aurélio</a:t>
            </a:r>
          </a:p>
        </p:txBody>
      </p:sp>
      <p:sp>
        <p:nvSpPr>
          <p:cNvPr id="13" name="Nuvem 12">
            <a:extLst>
              <a:ext uri="{FF2B5EF4-FFF2-40B4-BE49-F238E27FC236}">
                <a16:creationId xmlns:a16="http://schemas.microsoft.com/office/drawing/2014/main" id="{A5BFDC18-5CDE-B7CA-A601-984612469424}"/>
              </a:ext>
            </a:extLst>
          </p:cNvPr>
          <p:cNvSpPr/>
          <p:nvPr/>
        </p:nvSpPr>
        <p:spPr>
          <a:xfrm>
            <a:off x="9326281" y="2308014"/>
            <a:ext cx="2480235" cy="1368611"/>
          </a:xfrm>
          <a:prstGeom prst="clou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“Acima de tudo, é necessário fazermos uma autoavaliação, pois pensamos que podemos </a:t>
            </a:r>
            <a:r>
              <a:rPr lang="pt-BR" sz="800" dirty="0"/>
              <a:t>realizar</a:t>
            </a:r>
            <a:r>
              <a:rPr lang="pt-BR" sz="900" dirty="0"/>
              <a:t> mais do que realmente somos capazes”, Sêneca</a:t>
            </a:r>
          </a:p>
        </p:txBody>
      </p:sp>
      <p:sp>
        <p:nvSpPr>
          <p:cNvPr id="14" name="Nuvem 13">
            <a:extLst>
              <a:ext uri="{FF2B5EF4-FFF2-40B4-BE49-F238E27FC236}">
                <a16:creationId xmlns:a16="http://schemas.microsoft.com/office/drawing/2014/main" id="{409E7574-5759-DEE8-7DAA-570F9E03735B}"/>
              </a:ext>
            </a:extLst>
          </p:cNvPr>
          <p:cNvSpPr/>
          <p:nvPr/>
        </p:nvSpPr>
        <p:spPr>
          <a:xfrm>
            <a:off x="6347014" y="5378612"/>
            <a:ext cx="2237712" cy="136861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“Tudo o que você precisa é isto: certeza de julgamento no momento presente”, Marco Aurélio</a:t>
            </a:r>
          </a:p>
        </p:txBody>
      </p:sp>
      <p:sp>
        <p:nvSpPr>
          <p:cNvPr id="15" name="Nuvem 14">
            <a:extLst>
              <a:ext uri="{FF2B5EF4-FFF2-40B4-BE49-F238E27FC236}">
                <a16:creationId xmlns:a16="http://schemas.microsoft.com/office/drawing/2014/main" id="{56B58140-210F-C5A4-9696-D7348A40F574}"/>
              </a:ext>
            </a:extLst>
          </p:cNvPr>
          <p:cNvSpPr/>
          <p:nvPr/>
        </p:nvSpPr>
        <p:spPr>
          <a:xfrm>
            <a:off x="5601004" y="4050407"/>
            <a:ext cx="1999130" cy="1204257"/>
          </a:xfrm>
          <a:prstGeom prst="clou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/>
              <a:t>“A tranquilidade não pode ser conquistada exceto por aqueles que alcançaram uma capacidade de julgamento constante e firme”, Sêneca</a:t>
            </a:r>
          </a:p>
        </p:txBody>
      </p:sp>
      <p:sp>
        <p:nvSpPr>
          <p:cNvPr id="17" name="Nuvem 16">
            <a:extLst>
              <a:ext uri="{FF2B5EF4-FFF2-40B4-BE49-F238E27FC236}">
                <a16:creationId xmlns:a16="http://schemas.microsoft.com/office/drawing/2014/main" id="{F175F923-9005-198D-E562-A4807F708C56}"/>
              </a:ext>
            </a:extLst>
          </p:cNvPr>
          <p:cNvSpPr/>
          <p:nvPr/>
        </p:nvSpPr>
        <p:spPr>
          <a:xfrm>
            <a:off x="4377840" y="5552141"/>
            <a:ext cx="1467148" cy="970343"/>
          </a:xfrm>
          <a:prstGeom prst="cloud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" dirty="0">
                <a:solidFill>
                  <a:schemeClr val="tx1"/>
                </a:solidFill>
              </a:rPr>
              <a:t>“Não é a atividade que transtorna as pessoas, são as falsas concepções das coisas que as enlouquecem”, Sêneca</a:t>
            </a:r>
          </a:p>
        </p:txBody>
      </p:sp>
      <p:sp>
        <p:nvSpPr>
          <p:cNvPr id="18" name="Nuvem 17">
            <a:extLst>
              <a:ext uri="{FF2B5EF4-FFF2-40B4-BE49-F238E27FC236}">
                <a16:creationId xmlns:a16="http://schemas.microsoft.com/office/drawing/2014/main" id="{941933F5-2195-5642-AC0F-B3F59388DF01}"/>
              </a:ext>
            </a:extLst>
          </p:cNvPr>
          <p:cNvSpPr/>
          <p:nvPr/>
        </p:nvSpPr>
        <p:spPr>
          <a:xfrm>
            <a:off x="5047310" y="2600636"/>
            <a:ext cx="1999130" cy="120425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“Considera sagrada tua capacidade de compreensão”, Marco Aurélio</a:t>
            </a:r>
          </a:p>
        </p:txBody>
      </p:sp>
      <p:sp>
        <p:nvSpPr>
          <p:cNvPr id="19" name="Nuvem 18">
            <a:extLst>
              <a:ext uri="{FF2B5EF4-FFF2-40B4-BE49-F238E27FC236}">
                <a16:creationId xmlns:a16="http://schemas.microsoft.com/office/drawing/2014/main" id="{66EAB202-AC73-968D-810E-3C187AF1D0E8}"/>
              </a:ext>
            </a:extLst>
          </p:cNvPr>
          <p:cNvSpPr/>
          <p:nvPr/>
        </p:nvSpPr>
        <p:spPr>
          <a:xfrm>
            <a:off x="519843" y="3952851"/>
            <a:ext cx="2056855" cy="1261142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“Então quem é o invencível? É aquele que não pode ser perturbado por nada que esteja fora de sua escolha racional”, </a:t>
            </a:r>
            <a:r>
              <a:rPr lang="pt-BR" sz="900" dirty="0" err="1"/>
              <a:t>Epicteto</a:t>
            </a:r>
            <a:endParaRPr lang="pt-BR" sz="900" dirty="0"/>
          </a:p>
        </p:txBody>
      </p:sp>
      <p:sp>
        <p:nvSpPr>
          <p:cNvPr id="20" name="Nuvem 19">
            <a:extLst>
              <a:ext uri="{FF2B5EF4-FFF2-40B4-BE49-F238E27FC236}">
                <a16:creationId xmlns:a16="http://schemas.microsoft.com/office/drawing/2014/main" id="{648DE3C0-31A3-AC6A-CF2D-390F13490BE8}"/>
              </a:ext>
            </a:extLst>
          </p:cNvPr>
          <p:cNvSpPr/>
          <p:nvPr/>
        </p:nvSpPr>
        <p:spPr>
          <a:xfrm>
            <a:off x="572611" y="2375500"/>
            <a:ext cx="1951318" cy="1204257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/>
              <a:t>“Devo olhar não para as coisas externas incontroláveis, mas dentro de mim, para as escolhas que são minhas”, </a:t>
            </a:r>
            <a:r>
              <a:rPr lang="pt-BR" sz="800" dirty="0" err="1"/>
              <a:t>Epicteto</a:t>
            </a:r>
            <a:endParaRPr lang="pt-BR" sz="800" dirty="0"/>
          </a:p>
        </p:txBody>
      </p:sp>
      <p:sp>
        <p:nvSpPr>
          <p:cNvPr id="21" name="Nuvem 20">
            <a:extLst>
              <a:ext uri="{FF2B5EF4-FFF2-40B4-BE49-F238E27FC236}">
                <a16:creationId xmlns:a16="http://schemas.microsoft.com/office/drawing/2014/main" id="{F0A28FDB-3139-F002-217A-9610717EDE22}"/>
              </a:ext>
            </a:extLst>
          </p:cNvPr>
          <p:cNvSpPr/>
          <p:nvPr/>
        </p:nvSpPr>
        <p:spPr>
          <a:xfrm>
            <a:off x="3170406" y="2503620"/>
            <a:ext cx="1661936" cy="1076137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" dirty="0"/>
              <a:t>“O trabalho apropriado da mente é o exercício de escolha, recusa, anseio, repulsa, preparação, objetivo e consentimento”, </a:t>
            </a:r>
            <a:r>
              <a:rPr lang="pt-BR" sz="600" dirty="0" err="1"/>
              <a:t>Epicteto</a:t>
            </a:r>
            <a:endParaRPr lang="pt-BR" sz="600" dirty="0"/>
          </a:p>
        </p:txBody>
      </p:sp>
    </p:spTree>
    <p:extLst>
      <p:ext uri="{BB962C8B-B14F-4D97-AF65-F5344CB8AC3E}">
        <p14:creationId xmlns:p14="http://schemas.microsoft.com/office/powerpoint/2010/main" val="2992196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AE722-8B1E-C879-2D89-0A4EE97C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 </a:t>
            </a:r>
            <a:r>
              <a:rPr lang="es-CL" dirty="0" err="1"/>
              <a:t>agora</a:t>
            </a:r>
            <a:r>
              <a:rPr lang="es-CL" dirty="0"/>
              <a:t>?! Próximos </a:t>
            </a:r>
            <a:r>
              <a:rPr lang="es-CL" dirty="0" err="1"/>
              <a:t>Passos</a:t>
            </a:r>
            <a:endParaRPr lang="es-CL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3DA1F59-7C60-42BE-5A08-4A08E2AA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24</a:t>
            </a:fld>
            <a:endParaRPr lang="es-CL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F49F53-D39B-9E1B-A588-954216EB6E07}"/>
              </a:ext>
            </a:extLst>
          </p:cNvPr>
          <p:cNvSpPr txBox="1"/>
          <p:nvPr/>
        </p:nvSpPr>
        <p:spPr>
          <a:xfrm>
            <a:off x="2334208" y="2566301"/>
            <a:ext cx="486919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/>
              <a:t>O </a:t>
            </a:r>
            <a:r>
              <a:rPr lang="es-CL" b="1" dirty="0" err="1"/>
              <a:t>Guia</a:t>
            </a:r>
            <a:r>
              <a:rPr lang="es-CL" b="1" dirty="0"/>
              <a:t> do Scrum  (16 páginas)</a:t>
            </a:r>
            <a:endParaRPr lang="pt-BR" b="1" dirty="0"/>
          </a:p>
          <a:p>
            <a:r>
              <a:rPr lang="pt-BR" sz="1400" dirty="0"/>
              <a:t>https://scrumguides.org/docs/scrumguide/v2020/2020-Scrum-Guide-PortugueseBR-3.0.pdf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847F4B0-294D-AD35-C51E-D0236BE744B6}"/>
              </a:ext>
            </a:extLst>
          </p:cNvPr>
          <p:cNvSpPr txBox="1">
            <a:spLocks/>
          </p:cNvSpPr>
          <p:nvPr/>
        </p:nvSpPr>
        <p:spPr>
          <a:xfrm>
            <a:off x="677334" y="5028739"/>
            <a:ext cx="9015306" cy="943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es-CL" dirty="0"/>
          </a:p>
          <a:p>
            <a:pPr marL="0" indent="0">
              <a:buFont typeface="Wingdings 3" charset="2"/>
              <a:buNone/>
            </a:pPr>
            <a:endParaRPr lang="es-CL" dirty="0"/>
          </a:p>
          <a:p>
            <a:pPr marL="0" indent="0">
              <a:buFont typeface="Wingdings 3" charset="2"/>
              <a:buNone/>
            </a:pPr>
            <a:endParaRPr lang="es-CL" dirty="0"/>
          </a:p>
          <a:p>
            <a:pPr marL="0" indent="0">
              <a:buFont typeface="Wingdings 3" charset="2"/>
              <a:buNone/>
            </a:pPr>
            <a:endParaRPr lang="es-CL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6F588D-94D8-41DA-0E75-753C24A6A7F1}"/>
              </a:ext>
            </a:extLst>
          </p:cNvPr>
          <p:cNvSpPr txBox="1"/>
          <p:nvPr/>
        </p:nvSpPr>
        <p:spPr>
          <a:xfrm>
            <a:off x="2636127" y="5259090"/>
            <a:ext cx="49920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Certificação </a:t>
            </a:r>
            <a:r>
              <a:rPr lang="pt-BR" b="1" dirty="0" err="1"/>
              <a:t>Certiprof</a:t>
            </a:r>
            <a:r>
              <a:rPr lang="pt-BR" b="1" dirty="0"/>
              <a:t> SFPC (Gratuita e pode repetir se não for aprovado) </a:t>
            </a:r>
            <a:r>
              <a:rPr lang="pt-BR" sz="1400" dirty="0"/>
              <a:t>https://certiprof.com/pt/pages/scrum-foundations-professional-certificate-sfpc-ptbr</a:t>
            </a:r>
          </a:p>
        </p:txBody>
      </p:sp>
      <p:pic>
        <p:nvPicPr>
          <p:cNvPr id="6146" name="Picture 2" descr="The Scrum Guide – A Quick Look">
            <a:extLst>
              <a:ext uri="{FF2B5EF4-FFF2-40B4-BE49-F238E27FC236}">
                <a16:creationId xmlns:a16="http://schemas.microsoft.com/office/drawing/2014/main" id="{4D45434F-F90E-BF99-1872-BF07915C8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80" y="2388504"/>
            <a:ext cx="1616528" cy="226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Matheus R. no LinkedIn: #certiprof #scrum #sfpc">
            <a:extLst>
              <a:ext uri="{FF2B5EF4-FFF2-40B4-BE49-F238E27FC236}">
                <a16:creationId xmlns:a16="http://schemas.microsoft.com/office/drawing/2014/main" id="{205CAC72-9AB7-A9BF-A1AE-459828B5C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3879693"/>
            <a:ext cx="3484560" cy="2456615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632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9E8E7-BB32-27F7-697B-97FE1BD2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 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85D45D19-64F2-8898-7BAE-6B8689B3D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019" y="5328093"/>
            <a:ext cx="6188518" cy="1402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600" dirty="0"/>
              <a:t>E-mail: paulloestevam@gmail.com</a:t>
            </a:r>
          </a:p>
          <a:p>
            <a:pPr marL="0" indent="0">
              <a:buNone/>
            </a:pPr>
            <a:r>
              <a:rPr lang="es-CL" sz="1600" dirty="0" err="1"/>
              <a:t>Linkedin</a:t>
            </a:r>
            <a:r>
              <a:rPr lang="es-CL" sz="1600" dirty="0"/>
              <a:t>: https://www.linkedin.com/in/paulloestevam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CFE08B-C905-95FB-5C61-1579F1AC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25</a:t>
            </a:fld>
            <a:endParaRPr lang="es-CL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7E7DAEF5-6E72-64FA-6C05-E57663D3D5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0D55773-F35B-3266-B0E5-AB376A5EEBED}"/>
              </a:ext>
            </a:extLst>
          </p:cNvPr>
          <p:cNvSpPr txBox="1">
            <a:spLocks/>
          </p:cNvSpPr>
          <p:nvPr/>
        </p:nvSpPr>
        <p:spPr>
          <a:xfrm>
            <a:off x="3652111" y="2616200"/>
            <a:ext cx="417820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L" dirty="0" err="1"/>
              <a:t>Muito</a:t>
            </a:r>
            <a:r>
              <a:rPr lang="es-CL" dirty="0"/>
              <a:t> </a:t>
            </a:r>
            <a:r>
              <a:rPr lang="es-CL" dirty="0" err="1"/>
              <a:t>obrigado</a:t>
            </a:r>
            <a:r>
              <a:rPr lang="es-CL" dirty="0"/>
              <a:t>!!!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B2BA1D5-9A2E-B30D-0F68-93FD5F338021}"/>
              </a:ext>
            </a:extLst>
          </p:cNvPr>
          <p:cNvSpPr txBox="1"/>
          <p:nvPr/>
        </p:nvSpPr>
        <p:spPr>
          <a:xfrm>
            <a:off x="9036423" y="2229786"/>
            <a:ext cx="27133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Presença e formulário de pesquisa</a:t>
            </a:r>
          </a:p>
        </p:txBody>
      </p:sp>
      <p:pic>
        <p:nvPicPr>
          <p:cNvPr id="10" name="Imagem 9" descr="Código QR&#10;&#10;Descrição gerada automaticamente">
            <a:extLst>
              <a:ext uri="{FF2B5EF4-FFF2-40B4-BE49-F238E27FC236}">
                <a16:creationId xmlns:a16="http://schemas.microsoft.com/office/drawing/2014/main" id="{1E45B22F-DCB0-453D-5F01-3B611ED83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978" y="3581400"/>
            <a:ext cx="3240742" cy="324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0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 - Sala da Diretoria">
  <a:themeElements>
    <a:clrScheme name="Íon - Sala da Diretoria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Íon - Sala da Diretoria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 - Sala da Diretoria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857</TotalTime>
  <Words>1123</Words>
  <Application>Microsoft Office PowerPoint</Application>
  <PresentationFormat>Widescreen</PresentationFormat>
  <Paragraphs>157</Paragraphs>
  <Slides>25</Slides>
  <Notes>1</Notes>
  <HiddenSlides>1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ADLaM Display</vt:lpstr>
      <vt:lpstr>Aptos</vt:lpstr>
      <vt:lpstr>Arial</vt:lpstr>
      <vt:lpstr>Century Gothic</vt:lpstr>
      <vt:lpstr>Wingdings 3</vt:lpstr>
      <vt:lpstr>Íon - Sala da Diretoria</vt:lpstr>
      <vt:lpstr>SCRUM E METODOLOGIAS ÁGEIS</vt:lpstr>
      <vt:lpstr>Sobre</vt:lpstr>
      <vt:lpstr>Qual é problema na hora de desenvolver um sistema?</vt:lpstr>
      <vt:lpstr>Modelo Cascata - 1970</vt:lpstr>
      <vt:lpstr>Com a palavra: A Inteligência Artificial!</vt:lpstr>
      <vt:lpstr>O que é Software de Qualidade?</vt:lpstr>
      <vt:lpstr>Nasce o Manifesto Ágil - 2001</vt:lpstr>
      <vt:lpstr>Apresentação do PowerPoint</vt:lpstr>
      <vt:lpstr>Scrum</vt:lpstr>
      <vt:lpstr>O que o Scrum faz de diferente?</vt:lpstr>
      <vt:lpstr>OS 3 PILARES</vt:lpstr>
      <vt:lpstr>OS 3 PILARES</vt:lpstr>
      <vt:lpstr>PAPÉIS / ROLES</vt:lpstr>
      <vt:lpstr>Apresentação do PowerPoint</vt:lpstr>
      <vt:lpstr>ARTEFATOS</vt:lpstr>
      <vt:lpstr>EVENTOS / CERIMÔNIAS</vt:lpstr>
      <vt:lpstr>NA PRÁTICA</vt:lpstr>
      <vt:lpstr>Apresentação do PowerPoint</vt:lpstr>
      <vt:lpstr>Apresentação do PowerPoint</vt:lpstr>
      <vt:lpstr>Ferramenta de Gestão Ágil 1</vt:lpstr>
      <vt:lpstr>Ferramenta de Gestão Ágil 2</vt:lpstr>
      <vt:lpstr>Scrum Resumo</vt:lpstr>
      <vt:lpstr>Filosofando?!?!🤔</vt:lpstr>
      <vt:lpstr>E agora?! Próximos Passos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Bom dia!</dc:title>
  <dc:creator>Evelinny Souza</dc:creator>
  <cp:lastModifiedBy>Paullo Estevam</cp:lastModifiedBy>
  <cp:revision>21</cp:revision>
  <dcterms:created xsi:type="dcterms:W3CDTF">2024-04-18T19:24:35Z</dcterms:created>
  <dcterms:modified xsi:type="dcterms:W3CDTF">2024-11-28T14:58:33Z</dcterms:modified>
</cp:coreProperties>
</file>