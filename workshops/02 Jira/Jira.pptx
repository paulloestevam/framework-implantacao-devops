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6" r:id="rId1"/>
  </p:sldMasterIdLst>
  <p:notesMasterIdLst>
    <p:notesMasterId r:id="rId15"/>
  </p:notesMasterIdLst>
  <p:sldIdLst>
    <p:sldId id="256" r:id="rId2"/>
    <p:sldId id="271" r:id="rId3"/>
    <p:sldId id="292" r:id="rId4"/>
    <p:sldId id="291" r:id="rId5"/>
    <p:sldId id="293" r:id="rId6"/>
    <p:sldId id="282" r:id="rId7"/>
    <p:sldId id="295" r:id="rId8"/>
    <p:sldId id="296" r:id="rId9"/>
    <p:sldId id="297" r:id="rId10"/>
    <p:sldId id="298" r:id="rId11"/>
    <p:sldId id="300" r:id="rId12"/>
    <p:sldId id="301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A8F64-B30B-43FD-97CA-9FB5338A855E}" v="71" dt="2024-11-28T15:09:32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100" d="100"/>
          <a:sy n="100" d="100"/>
        </p:scale>
        <p:origin x="-128" y="-10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linny Souza" userId="dd5d8b5dd0d20d2d" providerId="LiveId" clId="{9F9C4FFB-BF3A-4FFC-A204-0A95B5AA2398}"/>
    <pc:docChg chg="custSel addSld delSld modSld sldOrd">
      <pc:chgData name="Evelinny Souza" userId="dd5d8b5dd0d20d2d" providerId="LiveId" clId="{9F9C4FFB-BF3A-4FFC-A204-0A95B5AA2398}" dt="2024-04-21T16:48:56.137" v="806" actId="27636"/>
      <pc:docMkLst>
        <pc:docMk/>
      </pc:docMkLst>
      <pc:sldChg chg="modSp mod">
        <pc:chgData name="Evelinny Souza" userId="dd5d8b5dd0d20d2d" providerId="LiveId" clId="{9F9C4FFB-BF3A-4FFC-A204-0A95B5AA2398}" dt="2024-04-21T16:48:55.996" v="803"/>
        <pc:sldMkLst>
          <pc:docMk/>
          <pc:sldMk cId="938926697" sldId="256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938926697" sldId="256"/>
            <ac:spMk id="2" creationId="{BAE6D0B2-AB71-5AB8-54DA-503C8BECC73E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938926697" sldId="256"/>
            <ac:spMk id="3" creationId="{6E20F618-ADEE-F9B9-FEC7-D382C579D8AD}"/>
          </ac:spMkLst>
        </pc:spChg>
      </pc:sldChg>
      <pc:sldChg chg="addSp delSp modSp mod">
        <pc:chgData name="Evelinny Souza" userId="dd5d8b5dd0d20d2d" providerId="LiveId" clId="{9F9C4FFB-BF3A-4FFC-A204-0A95B5AA2398}" dt="2024-04-21T16:48:56.121" v="804" actId="27636"/>
        <pc:sldMkLst>
          <pc:docMk/>
          <pc:sldMk cId="546721020" sldId="257"/>
        </pc:sldMkLst>
        <pc:spChg chg="mod">
          <ac:chgData name="Evelinny Souza" userId="dd5d8b5dd0d20d2d" providerId="LiveId" clId="{9F9C4FFB-BF3A-4FFC-A204-0A95B5AA2398}" dt="2024-04-21T16:48:56.121" v="804" actId="27636"/>
          <ac:spMkLst>
            <pc:docMk/>
            <pc:sldMk cId="546721020" sldId="257"/>
            <ac:spMk id="2" creationId="{AF231C61-F8B2-F22C-3EC3-71E50FF94DEA}"/>
          </ac:spMkLst>
        </pc:spChg>
        <pc:spChg chg="del">
          <ac:chgData name="Evelinny Souza" userId="dd5d8b5dd0d20d2d" providerId="LiveId" clId="{9F9C4FFB-BF3A-4FFC-A204-0A95B5AA2398}" dt="2024-04-20T21:51:52.423" v="532" actId="478"/>
          <ac:spMkLst>
            <pc:docMk/>
            <pc:sldMk cId="546721020" sldId="257"/>
            <ac:spMk id="3" creationId="{ABF8B82D-BCCF-38E5-D846-E515EE85495C}"/>
          </ac:spMkLst>
        </pc:spChg>
        <pc:picChg chg="add mod">
          <ac:chgData name="Evelinny Souza" userId="dd5d8b5dd0d20d2d" providerId="LiveId" clId="{9F9C4FFB-BF3A-4FFC-A204-0A95B5AA2398}" dt="2024-04-21T16:48:53.235" v="799"/>
          <ac:picMkLst>
            <pc:docMk/>
            <pc:sldMk cId="546721020" sldId="257"/>
            <ac:picMk id="5" creationId="{F41E9F0F-6D97-A8C3-8EDD-C95332C41B5F}"/>
          </ac:picMkLst>
        </pc:picChg>
        <pc:picChg chg="add del mod">
          <ac:chgData name="Evelinny Souza" userId="dd5d8b5dd0d20d2d" providerId="LiveId" clId="{9F9C4FFB-BF3A-4FFC-A204-0A95B5AA2398}" dt="2024-04-20T21:51:24.685" v="526" actId="21"/>
          <ac:picMkLst>
            <pc:docMk/>
            <pc:sldMk cId="546721020" sldId="257"/>
            <ac:picMk id="1026" creationId="{FE49F0F9-C1CA-8C1F-34F8-4D75079F40E1}"/>
          </ac:picMkLst>
        </pc:picChg>
        <pc:picChg chg="add del mod">
          <ac:chgData name="Evelinny Souza" userId="dd5d8b5dd0d20d2d" providerId="LiveId" clId="{9F9C4FFB-BF3A-4FFC-A204-0A95B5AA2398}" dt="2024-04-20T22:19:52.921" v="562" actId="21"/>
          <ac:picMkLst>
            <pc:docMk/>
            <pc:sldMk cId="546721020" sldId="257"/>
            <ac:picMk id="4098" creationId="{5598F187-8160-BE41-E44D-960D16A7AC2A}"/>
          </ac:picMkLst>
        </pc:picChg>
      </pc:sldChg>
      <pc:sldChg chg="addSp delSp modSp mod">
        <pc:chgData name="Evelinny Souza" userId="dd5d8b5dd0d20d2d" providerId="LiveId" clId="{9F9C4FFB-BF3A-4FFC-A204-0A95B5AA2398}" dt="2024-04-21T16:35:42.749" v="798" actId="1076"/>
        <pc:sldMkLst>
          <pc:docMk/>
          <pc:sldMk cId="3133713478" sldId="258"/>
        </pc:sldMkLst>
        <pc:spChg chg="mod">
          <ac:chgData name="Evelinny Souza" userId="dd5d8b5dd0d20d2d" providerId="LiveId" clId="{9F9C4FFB-BF3A-4FFC-A204-0A95B5AA2398}" dt="2024-04-21T16:35:38.832" v="797" actId="20577"/>
          <ac:spMkLst>
            <pc:docMk/>
            <pc:sldMk cId="3133713478" sldId="258"/>
            <ac:spMk id="2" creationId="{E8FA7B2A-D1E4-839E-3D88-E31F0E9A8979}"/>
          </ac:spMkLst>
        </pc:spChg>
        <pc:spChg chg="add del mod">
          <ac:chgData name="Evelinny Souza" userId="dd5d8b5dd0d20d2d" providerId="LiveId" clId="{9F9C4FFB-BF3A-4FFC-A204-0A95B5AA2398}" dt="2024-04-21T16:35:12.463" v="773" actId="5793"/>
          <ac:spMkLst>
            <pc:docMk/>
            <pc:sldMk cId="3133713478" sldId="258"/>
            <ac:spMk id="3" creationId="{CD2E931E-E20F-86DD-E867-F5CD9740868A}"/>
          </ac:spMkLst>
        </pc:spChg>
        <pc:spChg chg="add del mod">
          <ac:chgData name="Evelinny Souza" userId="dd5d8b5dd0d20d2d" providerId="LiveId" clId="{9F9C4FFB-BF3A-4FFC-A204-0A95B5AA2398}" dt="2024-04-20T17:55:25.097" v="277" actId="478"/>
          <ac:spMkLst>
            <pc:docMk/>
            <pc:sldMk cId="3133713478" sldId="258"/>
            <ac:spMk id="4" creationId="{2E66F959-A5FE-5DF0-8FFF-007FFFBBAADA}"/>
          </ac:spMkLst>
        </pc:spChg>
        <pc:spChg chg="add mod">
          <ac:chgData name="Evelinny Souza" userId="dd5d8b5dd0d20d2d" providerId="LiveId" clId="{9F9C4FFB-BF3A-4FFC-A204-0A95B5AA2398}" dt="2024-04-20T17:55:19.637" v="274" actId="478"/>
          <ac:spMkLst>
            <pc:docMk/>
            <pc:sldMk cId="3133713478" sldId="258"/>
            <ac:spMk id="5" creationId="{2DD22D1B-0AC6-1544-83E1-F2E6DA3DB7D7}"/>
          </ac:spMkLst>
        </pc:spChg>
        <pc:spChg chg="add mod">
          <ac:chgData name="Evelinny Souza" userId="dd5d8b5dd0d20d2d" providerId="LiveId" clId="{9F9C4FFB-BF3A-4FFC-A204-0A95B5AA2398}" dt="2024-04-20T17:55:24.018" v="276" actId="478"/>
          <ac:spMkLst>
            <pc:docMk/>
            <pc:sldMk cId="3133713478" sldId="258"/>
            <ac:spMk id="6" creationId="{F3D108F3-86F5-0DA7-85B5-6DB28476B1FD}"/>
          </ac:spMkLst>
        </pc:spChg>
        <pc:spChg chg="add mod">
          <ac:chgData name="Evelinny Souza" userId="dd5d8b5dd0d20d2d" providerId="LiveId" clId="{9F9C4FFB-BF3A-4FFC-A204-0A95B5AA2398}" dt="2024-04-20T17:56:48.900" v="284" actId="21"/>
          <ac:spMkLst>
            <pc:docMk/>
            <pc:sldMk cId="3133713478" sldId="258"/>
            <ac:spMk id="7" creationId="{E3E838E6-C20A-3C36-044A-94712ECF12BD}"/>
          </ac:spMkLst>
        </pc:spChg>
        <pc:picChg chg="add mod">
          <ac:chgData name="Evelinny Souza" userId="dd5d8b5dd0d20d2d" providerId="LiveId" clId="{9F9C4FFB-BF3A-4FFC-A204-0A95B5AA2398}" dt="2024-04-20T21:42:38.985" v="418" actId="1076"/>
          <ac:picMkLst>
            <pc:docMk/>
            <pc:sldMk cId="3133713478" sldId="258"/>
            <ac:picMk id="5" creationId="{09F40F5E-883C-770B-CA9A-E21059A4D45E}"/>
          </ac:picMkLst>
        </pc:picChg>
        <pc:picChg chg="add mod">
          <ac:chgData name="Evelinny Souza" userId="dd5d8b5dd0d20d2d" providerId="LiveId" clId="{9F9C4FFB-BF3A-4FFC-A204-0A95B5AA2398}" dt="2024-04-20T18:03:08.241" v="323" actId="1076"/>
          <ac:picMkLst>
            <pc:docMk/>
            <pc:sldMk cId="3133713478" sldId="258"/>
            <ac:picMk id="8" creationId="{72D6C9C5-67F0-94E1-41C3-14B89F10793D}"/>
          </ac:picMkLst>
        </pc:picChg>
        <pc:picChg chg="add mod">
          <ac:chgData name="Evelinny Souza" userId="dd5d8b5dd0d20d2d" providerId="LiveId" clId="{9F9C4FFB-BF3A-4FFC-A204-0A95B5AA2398}" dt="2024-04-21T16:35:42.749" v="798" actId="1076"/>
          <ac:picMkLst>
            <pc:docMk/>
            <pc:sldMk cId="3133713478" sldId="258"/>
            <ac:picMk id="2050" creationId="{FCDF9C11-8873-8CFF-7864-E1A4A7486AFF}"/>
          </ac:picMkLst>
        </pc:picChg>
        <pc:picChg chg="add del mod">
          <ac:chgData name="Evelinny Souza" userId="dd5d8b5dd0d20d2d" providerId="LiveId" clId="{9F9C4FFB-BF3A-4FFC-A204-0A95B5AA2398}" dt="2024-04-21T16:35:06.836" v="766" actId="478"/>
          <ac:picMkLst>
            <pc:docMk/>
            <pc:sldMk cId="3133713478" sldId="258"/>
            <ac:picMk id="2060" creationId="{B10EBD8E-A888-E366-B094-5B68A11E3971}"/>
          </ac:picMkLst>
        </pc:picChg>
        <pc:picChg chg="add del mod">
          <ac:chgData name="Evelinny Souza" userId="dd5d8b5dd0d20d2d" providerId="LiveId" clId="{9F9C4FFB-BF3A-4FFC-A204-0A95B5AA2398}" dt="2024-04-20T17:57:18.044" v="292" actId="21"/>
          <ac:picMkLst>
            <pc:docMk/>
            <pc:sldMk cId="3133713478" sldId="258"/>
            <ac:picMk id="4100" creationId="{72D6C9C5-67F0-94E1-41C3-14B89F10793D}"/>
          </ac:picMkLst>
        </pc:picChg>
      </pc:sldChg>
      <pc:sldChg chg="modSp mod ord">
        <pc:chgData name="Evelinny Souza" userId="dd5d8b5dd0d20d2d" providerId="LiveId" clId="{9F9C4FFB-BF3A-4FFC-A204-0A95B5AA2398}" dt="2024-04-21T16:48:56.121" v="805" actId="27636"/>
        <pc:sldMkLst>
          <pc:docMk/>
          <pc:sldMk cId="2586518911" sldId="259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Evelinny Souza" userId="dd5d8b5dd0d20d2d" providerId="LiveId" clId="{9F9C4FFB-BF3A-4FFC-A204-0A95B5AA2398}" dt="2024-04-21T16:48:56.121" v="805" actId="27636"/>
          <ac:spMkLst>
            <pc:docMk/>
            <pc:sldMk cId="2586518911" sldId="259"/>
            <ac:spMk id="3" creationId="{DFB5D492-6C64-39D3-FC8C-78D3FAB107E6}"/>
          </ac:spMkLst>
        </pc:spChg>
      </pc:sldChg>
      <pc:sldChg chg="modSp mod">
        <pc:chgData name="Evelinny Souza" userId="dd5d8b5dd0d20d2d" providerId="LiveId" clId="{9F9C4FFB-BF3A-4FFC-A204-0A95B5AA2398}" dt="2024-04-21T16:48:55.996" v="803"/>
        <pc:sldMkLst>
          <pc:docMk/>
          <pc:sldMk cId="2965874596" sldId="260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5874596" sldId="260"/>
            <ac:spMk id="2" creationId="{882E2C6F-3048-B820-21C4-F31C643A9570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5874596" sldId="260"/>
            <ac:spMk id="3" creationId="{4CDBA3E5-FE82-BA29-7C35-B4114784E638}"/>
          </ac:spMkLst>
        </pc:spChg>
      </pc:sldChg>
      <pc:sldChg chg="addSp delSp modSp mod ord">
        <pc:chgData name="Evelinny Souza" userId="dd5d8b5dd0d20d2d" providerId="LiveId" clId="{9F9C4FFB-BF3A-4FFC-A204-0A95B5AA2398}" dt="2024-04-20T21:53:41.926" v="543"/>
        <pc:sldMkLst>
          <pc:docMk/>
          <pc:sldMk cId="1290119849" sldId="261"/>
        </pc:sldMkLst>
        <pc:spChg chg="del">
          <ac:chgData name="Evelinny Souza" userId="dd5d8b5dd0d20d2d" providerId="LiveId" clId="{9F9C4FFB-BF3A-4FFC-A204-0A95B5AA2398}" dt="2024-04-20T17:24:16.088" v="21" actId="478"/>
          <ac:spMkLst>
            <pc:docMk/>
            <pc:sldMk cId="1290119849" sldId="261"/>
            <ac:spMk id="2" creationId="{B738E3E5-42E5-40D2-BEA3-635157BC2227}"/>
          </ac:spMkLst>
        </pc:spChg>
        <pc:spChg chg="del">
          <ac:chgData name="Evelinny Souza" userId="dd5d8b5dd0d20d2d" providerId="LiveId" clId="{9F9C4FFB-BF3A-4FFC-A204-0A95B5AA2398}" dt="2024-04-20T17:23:31.735" v="18" actId="34307"/>
          <ac:spMkLst>
            <pc:docMk/>
            <pc:sldMk cId="1290119849" sldId="261"/>
            <ac:spMk id="3" creationId="{7645AA57-85FF-66D7-634A-761E3981E2C6}"/>
          </ac:spMkLst>
        </pc:spChg>
        <pc:spChg chg="add del mod">
          <ac:chgData name="Evelinny Souza" userId="dd5d8b5dd0d20d2d" providerId="LiveId" clId="{9F9C4FFB-BF3A-4FFC-A204-0A95B5AA2398}" dt="2024-04-20T17:24:22.139" v="22" actId="478"/>
          <ac:spMkLst>
            <pc:docMk/>
            <pc:sldMk cId="1290119849" sldId="261"/>
            <ac:spMk id="8" creationId="{2C34075A-08D3-AD90-CBF6-6E2D2D06AF85}"/>
          </ac:spMkLst>
        </pc:spChg>
        <pc:picChg chg="add del mod ord">
          <ac:chgData name="Evelinny Souza" userId="dd5d8b5dd0d20d2d" providerId="LiveId" clId="{9F9C4FFB-BF3A-4FFC-A204-0A95B5AA2398}" dt="2024-04-20T17:23:42.715" v="20" actId="478"/>
          <ac:picMkLst>
            <pc:docMk/>
            <pc:sldMk cId="1290119849" sldId="261"/>
            <ac:picMk id="4" creationId="{79C77AFC-BFBA-06F7-2DF3-CDC0678D9113}"/>
          </ac:picMkLst>
        </pc:picChg>
        <pc:picChg chg="add">
          <ac:chgData name="Evelinny Souza" userId="dd5d8b5dd0d20d2d" providerId="LiveId" clId="{9F9C4FFB-BF3A-4FFC-A204-0A95B5AA2398}" dt="2024-04-20T17:23:39.333" v="19" actId="22"/>
          <ac:picMkLst>
            <pc:docMk/>
            <pc:sldMk cId="1290119849" sldId="261"/>
            <ac:picMk id="6" creationId="{476BD109-668F-FAE1-DB7B-496C0B41FE1F}"/>
          </ac:picMkLst>
        </pc:picChg>
      </pc:sldChg>
      <pc:sldChg chg="modSp">
        <pc:chgData name="Evelinny Souza" userId="dd5d8b5dd0d20d2d" providerId="LiveId" clId="{9F9C4FFB-BF3A-4FFC-A204-0A95B5AA2398}" dt="2024-04-21T16:48:55.996" v="803"/>
        <pc:sldMkLst>
          <pc:docMk/>
          <pc:sldMk cId="4165637930" sldId="262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165637930" sldId="262"/>
            <ac:spMk id="2" creationId="{FF689C82-DBE1-77F2-2039-0FA60BD8540D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165637930" sldId="262"/>
            <ac:spMk id="3" creationId="{55F7F40B-EC66-5093-383C-D9C4F514577A}"/>
          </ac:spMkLst>
        </pc:spChg>
      </pc:sldChg>
      <pc:sldChg chg="addSp delSp modSp del mod">
        <pc:chgData name="Evelinny Souza" userId="dd5d8b5dd0d20d2d" providerId="LiveId" clId="{9F9C4FFB-BF3A-4FFC-A204-0A95B5AA2398}" dt="2024-04-20T21:48:53.998" v="523" actId="47"/>
        <pc:sldMkLst>
          <pc:docMk/>
          <pc:sldMk cId="1754470845" sldId="263"/>
        </pc:sldMkLst>
        <pc:spChg chg="mod">
          <ac:chgData name="Evelinny Souza" userId="dd5d8b5dd0d20d2d" providerId="LiveId" clId="{9F9C4FFB-BF3A-4FFC-A204-0A95B5AA2398}" dt="2024-04-20T16:58:05.210" v="13" actId="20577"/>
          <ac:spMkLst>
            <pc:docMk/>
            <pc:sldMk cId="1754470845" sldId="263"/>
            <ac:spMk id="2" creationId="{B55DB58A-F467-7B48-E278-F623D55AFF3A}"/>
          </ac:spMkLst>
        </pc:spChg>
        <pc:spChg chg="add mod">
          <ac:chgData name="Evelinny Souza" userId="dd5d8b5dd0d20d2d" providerId="LiveId" clId="{9F9C4FFB-BF3A-4FFC-A204-0A95B5AA2398}" dt="2024-04-20T21:37:32.668" v="399" actId="21"/>
          <ac:spMkLst>
            <pc:docMk/>
            <pc:sldMk cId="1754470845" sldId="263"/>
            <ac:spMk id="4" creationId="{954DF7C5-72F2-9837-2892-5C53D1A837CC}"/>
          </ac:spMkLst>
        </pc:spChg>
        <pc:picChg chg="del">
          <ac:chgData name="Evelinny Souza" userId="dd5d8b5dd0d20d2d" providerId="LiveId" clId="{9F9C4FFB-BF3A-4FFC-A204-0A95B5AA2398}" dt="2024-04-20T21:37:32.668" v="399" actId="21"/>
          <ac:picMkLst>
            <pc:docMk/>
            <pc:sldMk cId="1754470845" sldId="263"/>
            <ac:picMk id="5" creationId="{F41E9F0F-6D97-A8C3-8EDD-C95332C41B5F}"/>
          </ac:picMkLst>
        </pc:picChg>
      </pc:sldChg>
      <pc:sldChg chg="modSp">
        <pc:chgData name="Evelinny Souza" userId="dd5d8b5dd0d20d2d" providerId="LiveId" clId="{9F9C4FFB-BF3A-4FFC-A204-0A95B5AA2398}" dt="2024-04-21T16:48:55.996" v="803"/>
        <pc:sldMkLst>
          <pc:docMk/>
          <pc:sldMk cId="348001568" sldId="264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48001568" sldId="264"/>
            <ac:spMk id="3" creationId="{BF31591F-BF71-B817-14F9-C018FF76B1BD}"/>
          </ac:spMkLst>
        </pc:sp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448388216" sldId="265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48388216" sldId="265"/>
            <ac:spMk id="3" creationId="{4CC94CD3-286B-3D58-DDCA-23A68FF25E01}"/>
          </ac:spMkLst>
        </pc:spChg>
        <pc:picChg chg="add del">
          <ac:chgData name="Evelinny Souza" userId="dd5d8b5dd0d20d2d" providerId="LiveId" clId="{9F9C4FFB-BF3A-4FFC-A204-0A95B5AA2398}" dt="2024-04-20T21:29:10.147" v="334" actId="21"/>
          <ac:picMkLst>
            <pc:docMk/>
            <pc:sldMk cId="448388216" sldId="265"/>
            <ac:picMk id="5" creationId="{9AC01ED8-F2E7-B7B9-27FD-4E2640A70F41}"/>
          </ac:picMkLst>
        </pc:picChg>
        <pc:picChg chg="add del mod">
          <ac:chgData name="Evelinny Souza" userId="dd5d8b5dd0d20d2d" providerId="LiveId" clId="{9F9C4FFB-BF3A-4FFC-A204-0A95B5AA2398}" dt="2024-04-20T22:22:02.033" v="567" actId="21"/>
          <ac:picMkLst>
            <pc:docMk/>
            <pc:sldMk cId="448388216" sldId="265"/>
            <ac:picMk id="4098" creationId="{5598F187-8160-BE41-E44D-960D16A7AC2A}"/>
          </ac:picMkLst>
        </pc:picChg>
      </pc:sldChg>
      <pc:sldChg chg="addSp modSp new mod ord">
        <pc:chgData name="Evelinny Souza" userId="dd5d8b5dd0d20d2d" providerId="LiveId" clId="{9F9C4FFB-BF3A-4FFC-A204-0A95B5AA2398}" dt="2024-04-21T16:48:55.996" v="803"/>
        <pc:sldMkLst>
          <pc:docMk/>
          <pc:sldMk cId="2962462014" sldId="266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2462014" sldId="266"/>
            <ac:spMk id="2" creationId="{E9B86647-3382-6A55-C60B-7ED0576688CD}"/>
          </ac:spMkLst>
        </pc:spChg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962462014" sldId="266"/>
            <ac:spMk id="3" creationId="{3847F4B0-294D-AD35-C51E-D0236BE744B6}"/>
          </ac:spMkLst>
        </pc:spChg>
        <pc:picChg chg="add mod">
          <ac:chgData name="Evelinny Souza" userId="dd5d8b5dd0d20d2d" providerId="LiveId" clId="{9F9C4FFB-BF3A-4FFC-A204-0A95B5AA2398}" dt="2024-04-20T17:40:27.046" v="169" actId="14100"/>
          <ac:picMkLst>
            <pc:docMk/>
            <pc:sldMk cId="2962462014" sldId="266"/>
            <ac:picMk id="1026" creationId="{F37B321D-09A2-783B-11EC-CFD6AC09AF41}"/>
          </ac:picMkLst>
        </pc:picChg>
      </pc:sldChg>
      <pc:sldChg chg="addSp delSp modSp new del mod">
        <pc:chgData name="Evelinny Souza" userId="dd5d8b5dd0d20d2d" providerId="LiveId" clId="{9F9C4FFB-BF3A-4FFC-A204-0A95B5AA2398}" dt="2024-04-21T03:11:29.968" v="754" actId="47"/>
        <pc:sldMkLst>
          <pc:docMk/>
          <pc:sldMk cId="3236314286" sldId="267"/>
        </pc:sldMkLst>
        <pc:spChg chg="mod">
          <ac:chgData name="Evelinny Souza" userId="dd5d8b5dd0d20d2d" providerId="LiveId" clId="{9F9C4FFB-BF3A-4FFC-A204-0A95B5AA2398}" dt="2024-04-20T17:41:44.180" v="224" actId="20577"/>
          <ac:spMkLst>
            <pc:docMk/>
            <pc:sldMk cId="3236314286" sldId="267"/>
            <ac:spMk id="2" creationId="{2B82AF24-3AA5-06D5-3A8C-A41D17E017D8}"/>
          </ac:spMkLst>
        </pc:spChg>
        <pc:spChg chg="del mod">
          <ac:chgData name="Evelinny Souza" userId="dd5d8b5dd0d20d2d" providerId="LiveId" clId="{9F9C4FFB-BF3A-4FFC-A204-0A95B5AA2398}" dt="2024-04-20T17:31:40.514" v="159"/>
          <ac:spMkLst>
            <pc:docMk/>
            <pc:sldMk cId="3236314286" sldId="267"/>
            <ac:spMk id="3" creationId="{151C18E5-B9F6-3360-D086-8A1E0D0E6D06}"/>
          </ac:spMkLst>
        </pc:spChg>
        <pc:spChg chg="add mod">
          <ac:chgData name="Evelinny Souza" userId="dd5d8b5dd0d20d2d" providerId="LiveId" clId="{9F9C4FFB-BF3A-4FFC-A204-0A95B5AA2398}" dt="2024-04-21T03:09:59.010" v="719" actId="27636"/>
          <ac:spMkLst>
            <pc:docMk/>
            <pc:sldMk cId="3236314286" sldId="267"/>
            <ac:spMk id="4" creationId="{8A4D5266-EA36-5FDB-D0FB-AE9A72A315B6}"/>
          </ac:spMkLst>
        </pc:spChg>
        <pc:picChg chg="add del mod">
          <ac:chgData name="Evelinny Souza" userId="dd5d8b5dd0d20d2d" providerId="LiveId" clId="{9F9C4FFB-BF3A-4FFC-A204-0A95B5AA2398}" dt="2024-04-20T17:40:02.917" v="161" actId="21"/>
          <ac:picMkLst>
            <pc:docMk/>
            <pc:sldMk cId="3236314286" sldId="267"/>
            <ac:picMk id="1026" creationId="{F37B321D-09A2-783B-11EC-CFD6AC09AF41}"/>
          </ac:picMkLst>
        </pc:pic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199460944" sldId="268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199460944" sldId="268"/>
            <ac:spMk id="2" creationId="{6E09E8E7-BB32-27F7-697B-97FE1BD2AF54}"/>
          </ac:spMkLst>
        </pc:spChg>
        <pc:spChg chg="del mod">
          <ac:chgData name="Evelinny Souza" userId="dd5d8b5dd0d20d2d" providerId="LiveId" clId="{9F9C4FFB-BF3A-4FFC-A204-0A95B5AA2398}" dt="2024-04-20T17:49:41.418" v="243"/>
          <ac:spMkLst>
            <pc:docMk/>
            <pc:sldMk cId="199460944" sldId="268"/>
            <ac:spMk id="3" creationId="{E86C182A-CAAB-029E-1C1E-A06387A29E99}"/>
          </ac:spMkLst>
        </pc:spChg>
        <pc:spChg chg="add">
          <ac:chgData name="Evelinny Souza" userId="dd5d8b5dd0d20d2d" providerId="LiveId" clId="{9F9C4FFB-BF3A-4FFC-A204-0A95B5AA2398}" dt="2024-04-20T17:53:19.860" v="251"/>
          <ac:spMkLst>
            <pc:docMk/>
            <pc:sldMk cId="199460944" sldId="268"/>
            <ac:spMk id="4" creationId="{7E7DAEF5-6E72-64FA-6C05-E57663D3D5B4}"/>
          </ac:spMkLst>
        </pc:spChg>
        <pc:spChg chg="add del mod">
          <ac:chgData name="Evelinny Souza" userId="dd5d8b5dd0d20d2d" providerId="LiveId" clId="{9F9C4FFB-BF3A-4FFC-A204-0A95B5AA2398}" dt="2024-04-20T17:53:32.453" v="256" actId="478"/>
          <ac:spMkLst>
            <pc:docMk/>
            <pc:sldMk cId="199460944" sldId="268"/>
            <ac:spMk id="5" creationId="{3593EA02-AC3A-04D8-D389-D88E3283F38A}"/>
          </ac:spMkLst>
        </pc:spChg>
        <pc:spChg chg="add del mod">
          <ac:chgData name="Evelinny Souza" userId="dd5d8b5dd0d20d2d" providerId="LiveId" clId="{9F9C4FFB-BF3A-4FFC-A204-0A95B5AA2398}" dt="2024-04-20T17:53:45.789" v="258" actId="478"/>
          <ac:spMkLst>
            <pc:docMk/>
            <pc:sldMk cId="199460944" sldId="268"/>
            <ac:spMk id="6" creationId="{383A7876-24EB-96CE-BCFD-27E5B1B0A699}"/>
          </ac:spMkLst>
        </pc:spChg>
        <pc:spChg chg="add mod">
          <ac:chgData name="Evelinny Souza" userId="dd5d8b5dd0d20d2d" providerId="LiveId" clId="{9F9C4FFB-BF3A-4FFC-A204-0A95B5AA2398}" dt="2024-04-20T17:57:12.940" v="291"/>
          <ac:spMkLst>
            <pc:docMk/>
            <pc:sldMk cId="199460944" sldId="268"/>
            <ac:spMk id="7" creationId="{97A36912-163D-7BDB-6737-C260B6D46558}"/>
          </ac:spMkLst>
        </pc:spChg>
        <pc:spChg chg="add del mod">
          <ac:chgData name="Evelinny Souza" userId="dd5d8b5dd0d20d2d" providerId="LiveId" clId="{9F9C4FFB-BF3A-4FFC-A204-0A95B5AA2398}" dt="2024-04-20T18:03:25.393" v="325" actId="478"/>
          <ac:spMkLst>
            <pc:docMk/>
            <pc:sldMk cId="199460944" sldId="268"/>
            <ac:spMk id="9" creationId="{A1136C94-10AE-2480-603D-B2F5279CE3A2}"/>
          </ac:spMkLst>
        </pc:spChg>
        <pc:picChg chg="add del mod">
          <ac:chgData name="Evelinny Souza" userId="dd5d8b5dd0d20d2d" providerId="LiveId" clId="{9F9C4FFB-BF3A-4FFC-A204-0A95B5AA2398}" dt="2024-04-20T21:36:45.793" v="396" actId="21"/>
          <ac:picMkLst>
            <pc:docMk/>
            <pc:sldMk cId="199460944" sldId="268"/>
            <ac:picMk id="5" creationId="{26A80300-CBA8-DEBF-9903-8B03FCE24598}"/>
          </ac:picMkLst>
        </pc:picChg>
        <pc:picChg chg="add mod">
          <ac:chgData name="Evelinny Souza" userId="dd5d8b5dd0d20d2d" providerId="LiveId" clId="{9F9C4FFB-BF3A-4FFC-A204-0A95B5AA2398}" dt="2024-04-20T17:57:11.953" v="290" actId="1076"/>
          <ac:picMkLst>
            <pc:docMk/>
            <pc:sldMk cId="199460944" sldId="268"/>
            <ac:picMk id="8" creationId="{D345C993-1AC7-6C37-8DFB-B24336B6792C}"/>
          </ac:picMkLst>
        </pc:picChg>
        <pc:picChg chg="add del mod">
          <ac:chgData name="Evelinny Souza" userId="dd5d8b5dd0d20d2d" providerId="LiveId" clId="{9F9C4FFB-BF3A-4FFC-A204-0A95B5AA2398}" dt="2024-04-20T18:02:42.850" v="318" actId="21"/>
          <ac:picMkLst>
            <pc:docMk/>
            <pc:sldMk cId="199460944" sldId="268"/>
            <ac:picMk id="2050" creationId="{FCDF9C11-8873-8CFF-7864-E1A4A7486AFF}"/>
          </ac:picMkLst>
        </pc:picChg>
        <pc:picChg chg="add del mod">
          <ac:chgData name="Evelinny Souza" userId="dd5d8b5dd0d20d2d" providerId="LiveId" clId="{9F9C4FFB-BF3A-4FFC-A204-0A95B5AA2398}" dt="2024-04-20T18:01:37.787" v="297" actId="478"/>
          <ac:picMkLst>
            <pc:docMk/>
            <pc:sldMk cId="199460944" sldId="268"/>
            <ac:picMk id="2052" creationId="{1AEB8A22-7043-5E92-ADE1-1518444FAE25}"/>
          </ac:picMkLst>
        </pc:picChg>
        <pc:picChg chg="add del mod">
          <ac:chgData name="Evelinny Souza" userId="dd5d8b5dd0d20d2d" providerId="LiveId" clId="{9F9C4FFB-BF3A-4FFC-A204-0A95B5AA2398}" dt="2024-04-20T18:03:27.599" v="326" actId="21"/>
          <ac:picMkLst>
            <pc:docMk/>
            <pc:sldMk cId="199460944" sldId="268"/>
            <ac:picMk id="2060" creationId="{B10EBD8E-A888-E366-B094-5B68A11E3971}"/>
          </ac:picMkLst>
        </pc:picChg>
        <pc:picChg chg="add mod">
          <ac:chgData name="Evelinny Souza" userId="dd5d8b5dd0d20d2d" providerId="LiveId" clId="{9F9C4FFB-BF3A-4FFC-A204-0A95B5AA2398}" dt="2024-04-20T22:22:07.016" v="568"/>
          <ac:picMkLst>
            <pc:docMk/>
            <pc:sldMk cId="199460944" sldId="268"/>
            <ac:picMk id="4098" creationId="{5598F187-8160-BE41-E44D-960D16A7AC2A}"/>
          </ac:picMkLst>
        </pc:picChg>
        <pc:picChg chg="add del mod">
          <ac:chgData name="Evelinny Souza" userId="dd5d8b5dd0d20d2d" providerId="LiveId" clId="{9F9C4FFB-BF3A-4FFC-A204-0A95B5AA2398}" dt="2024-04-20T18:02:59.246" v="321" actId="21"/>
          <ac:picMkLst>
            <pc:docMk/>
            <pc:sldMk cId="199460944" sldId="268"/>
            <ac:picMk id="4100" creationId="{72D6C9C5-67F0-94E1-41C3-14B89F10793D}"/>
          </ac:picMkLst>
        </pc:pic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2605471362" sldId="269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2605471362" sldId="269"/>
            <ac:spMk id="2" creationId="{F58B5C28-DB03-8D83-EAF5-C7B047EEB4DF}"/>
          </ac:spMkLst>
        </pc:spChg>
        <pc:spChg chg="del mod">
          <ac:chgData name="Evelinny Souza" userId="dd5d8b5dd0d20d2d" providerId="LiveId" clId="{9F9C4FFB-BF3A-4FFC-A204-0A95B5AA2398}" dt="2024-04-20T21:29:13.864" v="336"/>
          <ac:spMkLst>
            <pc:docMk/>
            <pc:sldMk cId="2605471362" sldId="269"/>
            <ac:spMk id="3" creationId="{50B4E13E-A5F8-ECFB-187B-354293DA4382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2605471362" sldId="269"/>
            <ac:picMk id="5" creationId="{9AC01ED8-F2E7-B7B9-27FD-4E2640A70F41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3593632650" sldId="270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593632650" sldId="270"/>
            <ac:spMk id="2" creationId="{3D7AE722-8B1E-C879-2D89-0A4EE97CD3BF}"/>
          </ac:spMkLst>
        </pc:spChg>
        <pc:spChg chg="del mod">
          <ac:chgData name="Evelinny Souza" userId="dd5d8b5dd0d20d2d" providerId="LiveId" clId="{9F9C4FFB-BF3A-4FFC-A204-0A95B5AA2398}" dt="2024-04-20T21:32:21.560" v="368"/>
          <ac:spMkLst>
            <pc:docMk/>
            <pc:sldMk cId="3593632650" sldId="270"/>
            <ac:spMk id="3" creationId="{61FE4C01-C02B-E958-D7E8-E7235555AFAC}"/>
          </ac:spMkLst>
        </pc:spChg>
        <pc:spChg chg="add mod">
          <ac:chgData name="Evelinny Souza" userId="dd5d8b5dd0d20d2d" providerId="LiveId" clId="{9F9C4FFB-BF3A-4FFC-A204-0A95B5AA2398}" dt="2024-04-21T03:12:32.481" v="765" actId="1076"/>
          <ac:spMkLst>
            <pc:docMk/>
            <pc:sldMk cId="3593632650" sldId="270"/>
            <ac:spMk id="4" creationId="{235DD6F5-A859-3B6D-300C-10EEE97C5E93}"/>
          </ac:spMkLst>
        </pc:spChg>
        <pc:spChg chg="add mod">
          <ac:chgData name="Evelinny Souza" userId="dd5d8b5dd0d20d2d" providerId="LiveId" clId="{9F9C4FFB-BF3A-4FFC-A204-0A95B5AA2398}" dt="2024-04-21T03:12:21.484" v="762" actId="1076"/>
          <ac:spMkLst>
            <pc:docMk/>
            <pc:sldMk cId="3593632650" sldId="270"/>
            <ac:spMk id="6" creationId="{2B0A62C0-EFF3-8878-36ED-55E443A63D42}"/>
          </ac:spMkLst>
        </pc:spChg>
        <pc:picChg chg="add mod">
          <ac:chgData name="Evelinny Souza" userId="dd5d8b5dd0d20d2d" providerId="LiveId" clId="{9F9C4FFB-BF3A-4FFC-A204-0A95B5AA2398}" dt="2024-04-21T03:12:26.211" v="764" actId="1076"/>
          <ac:picMkLst>
            <pc:docMk/>
            <pc:sldMk cId="3593632650" sldId="270"/>
            <ac:picMk id="1026" creationId="{998A679D-F2A7-7286-4553-494F9FD97BBE}"/>
          </ac:picMkLst>
        </pc:picChg>
      </pc:sldChg>
      <pc:sldChg chg="addSp delSp modSp new mod">
        <pc:chgData name="Evelinny Souza" userId="dd5d8b5dd0d20d2d" providerId="LiveId" clId="{9F9C4FFB-BF3A-4FFC-A204-0A95B5AA2398}" dt="2024-04-21T16:48:55.996" v="803"/>
        <pc:sldMkLst>
          <pc:docMk/>
          <pc:sldMk cId="657769478" sldId="271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657769478" sldId="271"/>
            <ac:spMk id="2" creationId="{F905F62B-33EC-CA77-F0A2-A008801DC61D}"/>
          </ac:spMkLst>
        </pc:spChg>
        <pc:spChg chg="del">
          <ac:chgData name="Evelinny Souza" userId="dd5d8b5dd0d20d2d" providerId="LiveId" clId="{9F9C4FFB-BF3A-4FFC-A204-0A95B5AA2398}" dt="2024-04-20T21:37:12.051" v="398" actId="478"/>
          <ac:spMkLst>
            <pc:docMk/>
            <pc:sldMk cId="657769478" sldId="271"/>
            <ac:spMk id="3" creationId="{3DAEC031-06C6-A4F1-FB90-71F514E04857}"/>
          </ac:spMkLst>
        </pc:spChg>
        <pc:picChg chg="add mod">
          <ac:chgData name="Evelinny Souza" userId="dd5d8b5dd0d20d2d" providerId="LiveId" clId="{9F9C4FFB-BF3A-4FFC-A204-0A95B5AA2398}" dt="2024-04-20T21:36:58.762" v="397"/>
          <ac:picMkLst>
            <pc:docMk/>
            <pc:sldMk cId="657769478" sldId="271"/>
            <ac:picMk id="5" creationId="{26A80300-CBA8-DEBF-9903-8B03FCE24598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6.137" v="806" actId="27636"/>
        <pc:sldMkLst>
          <pc:docMk/>
          <pc:sldMk cId="3699428215" sldId="272"/>
        </pc:sldMkLst>
        <pc:spChg chg="mod">
          <ac:chgData name="Evelinny Souza" userId="dd5d8b5dd0d20d2d" providerId="LiveId" clId="{9F9C4FFB-BF3A-4FFC-A204-0A95B5AA2398}" dt="2024-04-21T16:48:56.137" v="806" actId="27636"/>
          <ac:spMkLst>
            <pc:docMk/>
            <pc:sldMk cId="3699428215" sldId="272"/>
            <ac:spMk id="2" creationId="{660F5016-FB27-26B0-3AA1-2162E7D2D07A}"/>
          </ac:spMkLst>
        </pc:spChg>
        <pc:spChg chg="del mod">
          <ac:chgData name="Evelinny Souza" userId="dd5d8b5dd0d20d2d" providerId="LiveId" clId="{9F9C4FFB-BF3A-4FFC-A204-0A95B5AA2398}" dt="2024-04-20T21:38:21.789" v="406"/>
          <ac:spMkLst>
            <pc:docMk/>
            <pc:sldMk cId="3699428215" sldId="272"/>
            <ac:spMk id="3" creationId="{8980F7E5-B89C-868E-70E8-22AA53FB8480}"/>
          </ac:spMkLst>
        </pc:spChg>
        <pc:spChg chg="add del mod">
          <ac:chgData name="Evelinny Souza" userId="dd5d8b5dd0d20d2d" providerId="LiveId" clId="{9F9C4FFB-BF3A-4FFC-A204-0A95B5AA2398}" dt="2024-04-20T21:53:30.021" v="538" actId="478"/>
          <ac:spMkLst>
            <pc:docMk/>
            <pc:sldMk cId="3699428215" sldId="272"/>
            <ac:spMk id="6" creationId="{78602821-F221-0048-3261-D98605E8A1F7}"/>
          </ac:spMkLst>
        </pc:spChg>
        <pc:picChg chg="add del mod">
          <ac:chgData name="Evelinny Souza" userId="dd5d8b5dd0d20d2d" providerId="LiveId" clId="{9F9C4FFB-BF3A-4FFC-A204-0A95B5AA2398}" dt="2024-04-20T21:51:34.599" v="528" actId="21"/>
          <ac:picMkLst>
            <pc:docMk/>
            <pc:sldMk cId="3699428215" sldId="272"/>
            <ac:picMk id="5" creationId="{F41E9F0F-6D97-A8C3-8EDD-C95332C41B5F}"/>
          </ac:picMkLst>
        </pc:picChg>
        <pc:picChg chg="add mod">
          <ac:chgData name="Evelinny Souza" userId="dd5d8b5dd0d20d2d" providerId="LiveId" clId="{9F9C4FFB-BF3A-4FFC-A204-0A95B5AA2398}" dt="2024-04-20T21:53:37.590" v="541" actId="1076"/>
          <ac:picMkLst>
            <pc:docMk/>
            <pc:sldMk cId="3699428215" sldId="272"/>
            <ac:picMk id="1026" creationId="{FE49F0F9-C1CA-8C1F-34F8-4D75079F40E1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2283759418" sldId="273"/>
        </pc:sldMkLst>
        <pc:spChg chg="del">
          <ac:chgData name="Evelinny Souza" userId="dd5d8b5dd0d20d2d" providerId="LiveId" clId="{9F9C4FFB-BF3A-4FFC-A204-0A95B5AA2398}" dt="2024-04-20T22:01:56.647" v="549"/>
          <ac:spMkLst>
            <pc:docMk/>
            <pc:sldMk cId="2283759418" sldId="273"/>
            <ac:spMk id="2" creationId="{688F0AB4-6D6C-3779-AA16-35C45ECDE949}"/>
          </ac:spMkLst>
        </pc:spChg>
        <pc:spChg chg="del mod">
          <ac:chgData name="Evelinny Souza" userId="dd5d8b5dd0d20d2d" providerId="LiveId" clId="{9F9C4FFB-BF3A-4FFC-A204-0A95B5AA2398}" dt="2024-04-20T22:01:27.590" v="546"/>
          <ac:spMkLst>
            <pc:docMk/>
            <pc:sldMk cId="2283759418" sldId="273"/>
            <ac:spMk id="3" creationId="{08746894-D750-4477-05A2-9AD296475D22}"/>
          </ac:spMkLst>
        </pc:spChg>
        <pc:spChg chg="add del mod">
          <ac:chgData name="Evelinny Souza" userId="dd5d8b5dd0d20d2d" providerId="LiveId" clId="{9F9C4FFB-BF3A-4FFC-A204-0A95B5AA2398}" dt="2024-04-20T22:01:53.783" v="548"/>
          <ac:spMkLst>
            <pc:docMk/>
            <pc:sldMk cId="2283759418" sldId="273"/>
            <ac:spMk id="4" creationId="{56EC72B3-4106-5511-BD2E-EC4C5F1467AD}"/>
          </ac:spMkLst>
        </pc:spChg>
        <pc:spChg chg="add del mod">
          <ac:chgData name="Evelinny Souza" userId="dd5d8b5dd0d20d2d" providerId="LiveId" clId="{9F9C4FFB-BF3A-4FFC-A204-0A95B5AA2398}" dt="2024-04-20T22:02:47.467" v="550"/>
          <ac:spMkLst>
            <pc:docMk/>
            <pc:sldMk cId="2283759418" sldId="273"/>
            <ac:spMk id="5" creationId="{35F96D1B-DF2D-1010-4108-273324CF50FB}"/>
          </ac:spMkLst>
        </pc:spChg>
        <pc:spChg chg="add mod">
          <ac:chgData name="Evelinny Souza" userId="dd5d8b5dd0d20d2d" providerId="LiveId" clId="{9F9C4FFB-BF3A-4FFC-A204-0A95B5AA2398}" dt="2024-04-21T16:48:55.996" v="803"/>
          <ac:spMkLst>
            <pc:docMk/>
            <pc:sldMk cId="2283759418" sldId="273"/>
            <ac:spMk id="6" creationId="{4088FCE8-CA56-7F79-4A27-F87BFB3432A1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2283759418" sldId="273"/>
            <ac:picMk id="8" creationId="{87016D20-62BA-F5EA-31AA-83BA85C5598A}"/>
          </ac:picMkLst>
        </pc:picChg>
        <pc:picChg chg="add del mod">
          <ac:chgData name="Evelinny Souza" userId="dd5d8b5dd0d20d2d" providerId="LiveId" clId="{9F9C4FFB-BF3A-4FFC-A204-0A95B5AA2398}" dt="2024-04-20T22:06:29.376" v="557" actId="21"/>
          <ac:picMkLst>
            <pc:docMk/>
            <pc:sldMk cId="2283759418" sldId="273"/>
            <ac:picMk id="3080" creationId="{D8F29AD9-AD94-EDF5-214D-56E59922889C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4111383003" sldId="274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4111383003" sldId="274"/>
            <ac:spMk id="2" creationId="{6076EA05-7674-FAF4-1F71-4FD7C47B456A}"/>
          </ac:spMkLst>
        </pc:spChg>
        <pc:spChg chg="del mod">
          <ac:chgData name="Evelinny Souza" userId="dd5d8b5dd0d20d2d" providerId="LiveId" clId="{9F9C4FFB-BF3A-4FFC-A204-0A95B5AA2398}" dt="2024-04-20T22:06:33.084" v="559"/>
          <ac:spMkLst>
            <pc:docMk/>
            <pc:sldMk cId="4111383003" sldId="274"/>
            <ac:spMk id="3" creationId="{453F2CFB-E623-AAD2-6776-2DFA11FD4628}"/>
          </ac:spMkLst>
        </pc:spChg>
        <pc:spChg chg="add del mod">
          <ac:chgData name="Evelinny Souza" userId="dd5d8b5dd0d20d2d" providerId="LiveId" clId="{9F9C4FFB-BF3A-4FFC-A204-0A95B5AA2398}" dt="2024-04-20T22:36:06.245" v="656"/>
          <ac:spMkLst>
            <pc:docMk/>
            <pc:sldMk cId="4111383003" sldId="274"/>
            <ac:spMk id="4" creationId="{8EB6466E-4E5A-0EB0-4388-05CF0353E53A}"/>
          </ac:spMkLst>
        </pc:spChg>
        <pc:spChg chg="add del mod">
          <ac:chgData name="Evelinny Souza" userId="dd5d8b5dd0d20d2d" providerId="LiveId" clId="{9F9C4FFB-BF3A-4FFC-A204-0A95B5AA2398}" dt="2024-04-20T22:37:38.503" v="663" actId="478"/>
          <ac:spMkLst>
            <pc:docMk/>
            <pc:sldMk cId="4111383003" sldId="274"/>
            <ac:spMk id="5" creationId="{565B2D11-3F12-7B06-C32E-229F46610409}"/>
          </ac:spMkLst>
        </pc:spChg>
        <pc:picChg chg="add del mod">
          <ac:chgData name="Evelinny Souza" userId="dd5d8b5dd0d20d2d" providerId="LiveId" clId="{9F9C4FFB-BF3A-4FFC-A204-0A95B5AA2398}" dt="2024-04-20T22:25:29.223" v="573" actId="478"/>
          <ac:picMkLst>
            <pc:docMk/>
            <pc:sldMk cId="4111383003" sldId="274"/>
            <ac:picMk id="3080" creationId="{D8F29AD9-AD94-EDF5-214D-56E59922889C}"/>
          </ac:picMkLst>
        </pc:picChg>
        <pc:picChg chg="add del mod">
          <ac:chgData name="Evelinny Souza" userId="dd5d8b5dd0d20d2d" providerId="LiveId" clId="{9F9C4FFB-BF3A-4FFC-A204-0A95B5AA2398}" dt="2024-04-20T22:37:11.745" v="659" actId="21"/>
          <ac:picMkLst>
            <pc:docMk/>
            <pc:sldMk cId="4111383003" sldId="274"/>
            <ac:picMk id="5122" creationId="{F585A421-D566-9617-E1E4-39328F3C28E7}"/>
          </ac:picMkLst>
        </pc:picChg>
        <pc:picChg chg="add mod">
          <ac:chgData name="Evelinny Souza" userId="dd5d8b5dd0d20d2d" providerId="LiveId" clId="{9F9C4FFB-BF3A-4FFC-A204-0A95B5AA2398}" dt="2024-04-20T22:37:09.599" v="658" actId="14100"/>
          <ac:picMkLst>
            <pc:docMk/>
            <pc:sldMk cId="4111383003" sldId="274"/>
            <ac:picMk id="5124" creationId="{3C972C71-09BC-7CF0-C667-9005E251BCA3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3886277805" sldId="275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886277805" sldId="275"/>
            <ac:spMk id="2" creationId="{CD5CB25B-3669-798D-B901-3D02E2DBB366}"/>
          </ac:spMkLst>
        </pc:spChg>
        <pc:spChg chg="del mod">
          <ac:chgData name="Evelinny Souza" userId="dd5d8b5dd0d20d2d" providerId="LiveId" clId="{9F9C4FFB-BF3A-4FFC-A204-0A95B5AA2398}" dt="2024-04-20T22:37:19.907" v="662"/>
          <ac:spMkLst>
            <pc:docMk/>
            <pc:sldMk cId="3886277805" sldId="275"/>
            <ac:spMk id="3" creationId="{BC796EE3-22D7-4480-1EC9-13F8708F1A43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3886277805" sldId="275"/>
            <ac:picMk id="5122" creationId="{F585A421-D566-9617-E1E4-39328F3C28E7}"/>
          </ac:picMkLst>
        </pc:picChg>
      </pc:sldChg>
      <pc:sldChg chg="addSp delSp modSp new mod ord">
        <pc:chgData name="Evelinny Souza" userId="dd5d8b5dd0d20d2d" providerId="LiveId" clId="{9F9C4FFB-BF3A-4FFC-A204-0A95B5AA2398}" dt="2024-04-21T16:48:55.996" v="803"/>
        <pc:sldMkLst>
          <pc:docMk/>
          <pc:sldMk cId="3650863722" sldId="276"/>
        </pc:sldMkLst>
        <pc:spChg chg="mod">
          <ac:chgData name="Evelinny Souza" userId="dd5d8b5dd0d20d2d" providerId="LiveId" clId="{9F9C4FFB-BF3A-4FFC-A204-0A95B5AA2398}" dt="2024-04-21T16:48:55.996" v="803"/>
          <ac:spMkLst>
            <pc:docMk/>
            <pc:sldMk cId="3650863722" sldId="276"/>
            <ac:spMk id="2" creationId="{BA43EBDC-0BA9-9719-4B18-7745A3EC0867}"/>
          </ac:spMkLst>
        </pc:spChg>
        <pc:spChg chg="del mod">
          <ac:chgData name="Evelinny Souza" userId="dd5d8b5dd0d20d2d" providerId="LiveId" clId="{9F9C4FFB-BF3A-4FFC-A204-0A95B5AA2398}" dt="2024-04-20T22:40:59.079" v="670"/>
          <ac:spMkLst>
            <pc:docMk/>
            <pc:sldMk cId="3650863722" sldId="276"/>
            <ac:spMk id="3" creationId="{51DEF466-6C8A-EA51-C4A0-5F360E2E706B}"/>
          </ac:spMkLst>
        </pc:spChg>
        <pc:picChg chg="add mod">
          <ac:chgData name="Evelinny Souza" userId="dd5d8b5dd0d20d2d" providerId="LiveId" clId="{9F9C4FFB-BF3A-4FFC-A204-0A95B5AA2398}" dt="2024-04-21T16:48:55.996" v="803"/>
          <ac:picMkLst>
            <pc:docMk/>
            <pc:sldMk cId="3650863722" sldId="276"/>
            <ac:picMk id="8194" creationId="{AE880330-13D3-BF87-7287-844D4A11EF59}"/>
          </ac:picMkLst>
        </pc:picChg>
      </pc:sldChg>
    </pc:docChg>
  </pc:docChgLst>
  <pc:docChgLst>
    <pc:chgData name="Paullo Estevam" userId="6a7db5c51fb4b330" providerId="LiveId" clId="{45ACBC25-D423-4DCA-94EA-257A6655DDEA}"/>
    <pc:docChg chg="undo redo custSel modSld sldOrd">
      <pc:chgData name="Paullo Estevam" userId="6a7db5c51fb4b330" providerId="LiveId" clId="{45ACBC25-D423-4DCA-94EA-257A6655DDEA}" dt="2024-11-14T16:27:07.443" v="983"/>
      <pc:docMkLst>
        <pc:docMk/>
      </pc:docMkLst>
      <pc:sldChg chg="addSp delSp modSp mod delDesignElem">
        <pc:chgData name="Paullo Estevam" userId="6a7db5c51fb4b330" providerId="LiveId" clId="{45ACBC25-D423-4DCA-94EA-257A6655DDEA}" dt="2024-11-14T14:48:26.988" v="708" actId="1076"/>
        <pc:sldMkLst>
          <pc:docMk/>
          <pc:sldMk cId="938926697" sldId="256"/>
        </pc:sldMkLst>
        <pc:spChg chg="mod">
          <ac:chgData name="Paullo Estevam" userId="6a7db5c51fb4b330" providerId="LiveId" clId="{45ACBC25-D423-4DCA-94EA-257A6655DDEA}" dt="2024-11-14T14:48:26.988" v="708" actId="1076"/>
          <ac:spMkLst>
            <pc:docMk/>
            <pc:sldMk cId="938926697" sldId="256"/>
            <ac:spMk id="2" creationId="{BAE6D0B2-AB71-5AB8-54DA-503C8BECC73E}"/>
          </ac:spMkLst>
        </pc:spChg>
        <pc:spChg chg="del mod">
          <ac:chgData name="Paullo Estevam" userId="6a7db5c51fb4b330" providerId="LiveId" clId="{45ACBC25-D423-4DCA-94EA-257A6655DDEA}" dt="2024-11-14T14:47:20.032" v="697" actId="478"/>
          <ac:spMkLst>
            <pc:docMk/>
            <pc:sldMk cId="938926697" sldId="256"/>
            <ac:spMk id="3" creationId="{6E20F618-ADEE-F9B9-FEC7-D382C579D8AD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938926697" sldId="256"/>
            <ac:spMk id="5" creationId="{441873BE-7D4C-4604-E7E3-95B43C1BAD0B}"/>
          </ac:spMkLst>
        </pc:spChg>
        <pc:spChg chg="add del mod">
          <ac:chgData name="Paullo Estevam" userId="6a7db5c51fb4b330" providerId="LiveId" clId="{45ACBC25-D423-4DCA-94EA-257A6655DDEA}" dt="2024-11-14T14:47:24.618" v="698" actId="478"/>
          <ac:spMkLst>
            <pc:docMk/>
            <pc:sldMk cId="938926697" sldId="256"/>
            <ac:spMk id="6" creationId="{1AB62C0C-DC4D-F4F1-0D26-137FAB8A896E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76" creationId="{B541A2F0-1EDC-4D03-94AC-35BC742CEAC9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77" creationId="{08CE2AE4-51CC-4060-8818-423BB07BF3D4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79" creationId="{948AE52C-AD58-4D7E-BBEC-741EA69A9079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81" creationId="{EB3158C7-B011-4D27-BC9D-27EA5BE02D03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87" creationId="{40EA1C2A-B332-4211-8479-EA99BC303EF5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89" creationId="{24A97CC0-C913-4A9C-B6E8-755C7D15EAC8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91" creationId="{9DFA36DF-98BD-46D3-A75B-97154DB48262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93" creationId="{D1D22F90-51DE-40F7-96EE-8E9894DF0E7E}"/>
          </ac:spMkLst>
        </pc:spChg>
        <pc:spChg chg="del">
          <ac:chgData name="Paullo Estevam" userId="6a7db5c51fb4b330" providerId="LiveId" clId="{45ACBC25-D423-4DCA-94EA-257A6655DDEA}" dt="2024-11-13T12:10:13.637" v="1"/>
          <ac:spMkLst>
            <pc:docMk/>
            <pc:sldMk cId="938926697" sldId="256"/>
            <ac:spMk id="3095" creationId="{F45D120E-4F36-4767-98FA-949993B8E1AC}"/>
          </ac:spMkLst>
        </pc:spChg>
        <pc:picChg chg="mod">
          <ac:chgData name="Paullo Estevam" userId="6a7db5c51fb4b330" providerId="LiveId" clId="{45ACBC25-D423-4DCA-94EA-257A6655DDEA}" dt="2024-11-14T14:47:51.489" v="706" actId="1076"/>
          <ac:picMkLst>
            <pc:docMk/>
            <pc:sldMk cId="938926697" sldId="256"/>
            <ac:picMk id="3074" creationId="{8BB8753C-591A-7F89-F86E-683972DA484A}"/>
          </ac:picMkLst>
        </pc:picChg>
        <pc:cxnChg chg="del">
          <ac:chgData name="Paullo Estevam" userId="6a7db5c51fb4b330" providerId="LiveId" clId="{45ACBC25-D423-4DCA-94EA-257A6655DDEA}" dt="2024-11-13T12:10:13.637" v="1"/>
          <ac:cxnSpMkLst>
            <pc:docMk/>
            <pc:sldMk cId="938926697" sldId="256"/>
            <ac:cxnSpMk id="3083" creationId="{7295AA18-FA8B-4B5D-9477-7F5F51288FEC}"/>
          </ac:cxnSpMkLst>
        </pc:cxnChg>
        <pc:cxnChg chg="del">
          <ac:chgData name="Paullo Estevam" userId="6a7db5c51fb4b330" providerId="LiveId" clId="{45ACBC25-D423-4DCA-94EA-257A6655DDEA}" dt="2024-11-13T12:10:13.637" v="1"/>
          <ac:cxnSpMkLst>
            <pc:docMk/>
            <pc:sldMk cId="938926697" sldId="256"/>
            <ac:cxnSpMk id="3085" creationId="{5E377175-C211-4D7B-89F7-92406DBD7346}"/>
          </ac:cxnSpMkLst>
        </pc:cxnChg>
      </pc:sldChg>
      <pc:sldChg chg="addSp delSp modSp mod">
        <pc:chgData name="Paullo Estevam" userId="6a7db5c51fb4b330" providerId="LiveId" clId="{45ACBC25-D423-4DCA-94EA-257A6655DDEA}" dt="2024-11-13T12:27:06.336" v="577"/>
        <pc:sldMkLst>
          <pc:docMk/>
          <pc:sldMk cId="3133713478" sldId="258"/>
        </pc:sldMkLst>
        <pc:spChg chg="del mod">
          <ac:chgData name="Paullo Estevam" userId="6a7db5c51fb4b330" providerId="LiveId" clId="{45ACBC25-D423-4DCA-94EA-257A6655DDEA}" dt="2024-11-13T12:20:30.073" v="451" actId="478"/>
          <ac:spMkLst>
            <pc:docMk/>
            <pc:sldMk cId="3133713478" sldId="258"/>
            <ac:spMk id="2" creationId="{E8FA7B2A-D1E4-839E-3D88-E31F0E9A8979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133713478" sldId="258"/>
            <ac:spMk id="3" creationId="{CB326C37-8BAD-F56F-BAE0-A88130796566}"/>
          </ac:spMkLst>
        </pc:spChg>
        <pc:spChg chg="add del mod">
          <ac:chgData name="Paullo Estevam" userId="6a7db5c51fb4b330" providerId="LiveId" clId="{45ACBC25-D423-4DCA-94EA-257A6655DDEA}" dt="2024-11-13T12:20:33.452" v="452" actId="478"/>
          <ac:spMkLst>
            <pc:docMk/>
            <pc:sldMk cId="3133713478" sldId="258"/>
            <ac:spMk id="6" creationId="{7A0BDB44-608C-C414-806C-005F74F87AB6}"/>
          </ac:spMkLst>
        </pc:spChg>
        <pc:picChg chg="mod">
          <ac:chgData name="Paullo Estevam" userId="6a7db5c51fb4b330" providerId="LiveId" clId="{45ACBC25-D423-4DCA-94EA-257A6655DDEA}" dt="2024-11-13T12:20:35.370" v="453" actId="1076"/>
          <ac:picMkLst>
            <pc:docMk/>
            <pc:sldMk cId="3133713478" sldId="258"/>
            <ac:picMk id="3078" creationId="{33FDD483-E5C3-4E6D-44E2-3F3BF06DB2F1}"/>
          </ac:picMkLst>
        </pc:picChg>
        <pc:picChg chg="mod">
          <ac:chgData name="Paullo Estevam" userId="6a7db5c51fb4b330" providerId="LiveId" clId="{45ACBC25-D423-4DCA-94EA-257A6655DDEA}" dt="2024-11-13T12:20:38.978" v="457" actId="1076"/>
          <ac:picMkLst>
            <pc:docMk/>
            <pc:sldMk cId="3133713478" sldId="258"/>
            <ac:picMk id="3080" creationId="{F9A32220-B42F-A79C-BFAA-734D317FC177}"/>
          </ac:picMkLst>
        </pc:picChg>
        <pc:picChg chg="mod">
          <ac:chgData name="Paullo Estevam" userId="6a7db5c51fb4b330" providerId="LiveId" clId="{45ACBC25-D423-4DCA-94EA-257A6655DDEA}" dt="2024-11-13T12:20:36.941" v="455" actId="1076"/>
          <ac:picMkLst>
            <pc:docMk/>
            <pc:sldMk cId="3133713478" sldId="258"/>
            <ac:picMk id="3082" creationId="{D68D6EAE-55F8-68E8-F062-A3F86E1250FD}"/>
          </ac:picMkLst>
        </pc:picChg>
        <pc:picChg chg="mod">
          <ac:chgData name="Paullo Estevam" userId="6a7db5c51fb4b330" providerId="LiveId" clId="{45ACBC25-D423-4DCA-94EA-257A6655DDEA}" dt="2024-11-13T12:20:36.266" v="454" actId="1076"/>
          <ac:picMkLst>
            <pc:docMk/>
            <pc:sldMk cId="3133713478" sldId="258"/>
            <ac:picMk id="3086" creationId="{09D68FD2-E447-E21E-3DAA-F43C1B20C676}"/>
          </ac:picMkLst>
        </pc:picChg>
        <pc:picChg chg="mod">
          <ac:chgData name="Paullo Estevam" userId="6a7db5c51fb4b330" providerId="LiveId" clId="{45ACBC25-D423-4DCA-94EA-257A6655DDEA}" dt="2024-11-13T12:20:38.071" v="456" actId="1076"/>
          <ac:picMkLst>
            <pc:docMk/>
            <pc:sldMk cId="3133713478" sldId="258"/>
            <ac:picMk id="3088" creationId="{64F866CB-DBBD-E779-316B-7975AAE246E9}"/>
          </ac:picMkLst>
        </pc:picChg>
      </pc:sldChg>
      <pc:sldChg chg="modSp mod">
        <pc:chgData name="Paullo Estevam" userId="6a7db5c51fb4b330" providerId="LiveId" clId="{45ACBC25-D423-4DCA-94EA-257A6655DDEA}" dt="2024-11-14T16:20:27.921" v="898" actId="20577"/>
        <pc:sldMkLst>
          <pc:docMk/>
          <pc:sldMk cId="2586518911" sldId="259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4T16:20:27.921" v="898" actId="20577"/>
          <ac:spMkLst>
            <pc:docMk/>
            <pc:sldMk cId="2586518911" sldId="259"/>
            <ac:spMk id="3" creationId="{DFB5D492-6C64-39D3-FC8C-78D3FAB107E6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586518911" sldId="259"/>
            <ac:spMk id="5" creationId="{10734E7F-9300-A82F-A18C-4FF721A26891}"/>
          </ac:spMkLst>
        </pc:spChg>
        <pc:picChg chg="mod">
          <ac:chgData name="Paullo Estevam" userId="6a7db5c51fb4b330" providerId="LiveId" clId="{45ACBC25-D423-4DCA-94EA-257A6655DDEA}" dt="2024-11-13T12:16:55.805" v="416" actId="14100"/>
          <ac:picMkLst>
            <pc:docMk/>
            <pc:sldMk cId="2586518911" sldId="259"/>
            <ac:picMk id="4" creationId="{5166CC0B-2429-A335-DB14-D49E55C21FA6}"/>
          </ac:picMkLst>
        </pc:picChg>
      </pc:sldChg>
      <pc:sldChg chg="modSp mod">
        <pc:chgData name="Paullo Estevam" userId="6a7db5c51fb4b330" providerId="LiveId" clId="{45ACBC25-D423-4DCA-94EA-257A6655DDEA}" dt="2024-11-14T16:21:36.334" v="918" actId="14100"/>
        <pc:sldMkLst>
          <pc:docMk/>
          <pc:sldMk cId="1290119849" sldId="261"/>
        </pc:sldMkLst>
        <pc:spChg chg="mod">
          <ac:chgData name="Paullo Estevam" userId="6a7db5c51fb4b330" providerId="LiveId" clId="{45ACBC25-D423-4DCA-94EA-257A6655DDEA}" dt="2024-11-14T14:46:30.012" v="649" actId="20577"/>
          <ac:spMkLst>
            <pc:docMk/>
            <pc:sldMk cId="1290119849" sldId="261"/>
            <ac:spMk id="9" creationId="{69B403F6-B552-0C2F-CA9E-9B2C0987427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90119849" sldId="261"/>
            <ac:spMk id="14" creationId="{74226683-807A-6A8E-714E-44358A751DFA}"/>
          </ac:spMkLst>
        </pc:spChg>
        <pc:grpChg chg="mod">
          <ac:chgData name="Paullo Estevam" userId="6a7db5c51fb4b330" providerId="LiveId" clId="{45ACBC25-D423-4DCA-94EA-257A6655DDEA}" dt="2024-11-14T16:21:36.334" v="918" actId="14100"/>
          <ac:grpSpMkLst>
            <pc:docMk/>
            <pc:sldMk cId="1290119849" sldId="261"/>
            <ac:grpSpMk id="12" creationId="{A305E435-13BE-B070-9CCB-34AD7A32AE5C}"/>
          </ac:grpSpMkLst>
        </pc:grp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348001568" sldId="264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48001568" sldId="264"/>
            <ac:spMk id="4" creationId="{750680BF-2187-EE2C-5320-40BE7FA36E37}"/>
          </ac:spMkLst>
        </pc:spChg>
        <pc:picChg chg="mod">
          <ac:chgData name="Paullo Estevam" userId="6a7db5c51fb4b330" providerId="LiveId" clId="{45ACBC25-D423-4DCA-94EA-257A6655DDEA}" dt="2024-11-13T12:14:05.946" v="341" actId="1076"/>
          <ac:picMkLst>
            <pc:docMk/>
            <pc:sldMk cId="348001568" sldId="264"/>
            <ac:picMk id="5" creationId="{1CBFB9C9-EBFF-7C3B-976B-D5FCE0116E8B}"/>
          </ac:picMkLst>
        </pc:picChg>
        <pc:picChg chg="mod">
          <ac:chgData name="Paullo Estevam" userId="6a7db5c51fb4b330" providerId="LiveId" clId="{45ACBC25-D423-4DCA-94EA-257A6655DDEA}" dt="2024-11-13T12:14:02.598" v="339" actId="1076"/>
          <ac:picMkLst>
            <pc:docMk/>
            <pc:sldMk cId="348001568" sldId="264"/>
            <ac:picMk id="6" creationId="{20FF676D-62EA-CDFD-0CBE-385FC525DBD9}"/>
          </ac:picMkLst>
        </pc:picChg>
        <pc:picChg chg="mod">
          <ac:chgData name="Paullo Estevam" userId="6a7db5c51fb4b330" providerId="LiveId" clId="{45ACBC25-D423-4DCA-94EA-257A6655DDEA}" dt="2024-11-13T12:14:01.547" v="338" actId="1076"/>
          <ac:picMkLst>
            <pc:docMk/>
            <pc:sldMk cId="348001568" sldId="264"/>
            <ac:picMk id="7" creationId="{6D005CD9-4406-102D-1CC4-ADB38B352A4B}"/>
          </ac:picMkLst>
        </pc:picChg>
        <pc:picChg chg="mod">
          <ac:chgData name="Paullo Estevam" userId="6a7db5c51fb4b330" providerId="LiveId" clId="{45ACBC25-D423-4DCA-94EA-257A6655DDEA}" dt="2024-11-13T12:14:04.085" v="340" actId="1076"/>
          <ac:picMkLst>
            <pc:docMk/>
            <pc:sldMk cId="348001568" sldId="264"/>
            <ac:picMk id="1030" creationId="{1ED75BE3-25CB-19C1-B3F3-A004C5BECF5A}"/>
          </ac:picMkLst>
        </pc:picChg>
        <pc:picChg chg="mod">
          <ac:chgData name="Paullo Estevam" userId="6a7db5c51fb4b330" providerId="LiveId" clId="{45ACBC25-D423-4DCA-94EA-257A6655DDEA}" dt="2024-11-13T12:13:56.028" v="334" actId="1076"/>
          <ac:picMkLst>
            <pc:docMk/>
            <pc:sldMk cId="348001568" sldId="264"/>
            <ac:picMk id="1034" creationId="{111ED8F8-F301-BCE8-F5E5-1284E9478357}"/>
          </ac:picMkLst>
        </pc:picChg>
        <pc:picChg chg="mod">
          <ac:chgData name="Paullo Estevam" userId="6a7db5c51fb4b330" providerId="LiveId" clId="{45ACBC25-D423-4DCA-94EA-257A6655DDEA}" dt="2024-11-13T12:13:59.858" v="337" actId="1076"/>
          <ac:picMkLst>
            <pc:docMk/>
            <pc:sldMk cId="348001568" sldId="264"/>
            <ac:picMk id="1036" creationId="{A04153E3-D049-5AE3-FB29-9C7613FE4F94}"/>
          </ac:picMkLst>
        </pc:picChg>
        <pc:picChg chg="mod">
          <ac:chgData name="Paullo Estevam" userId="6a7db5c51fb4b330" providerId="LiveId" clId="{45ACBC25-D423-4DCA-94EA-257A6655DDEA}" dt="2024-11-13T12:14:07.720" v="342" actId="1076"/>
          <ac:picMkLst>
            <pc:docMk/>
            <pc:sldMk cId="348001568" sldId="264"/>
            <ac:picMk id="1038" creationId="{CA66C058-8C10-93EB-2BCD-9D68E94F3CAC}"/>
          </ac:picMkLst>
        </pc:picChg>
        <pc:picChg chg="mod">
          <ac:chgData name="Paullo Estevam" userId="6a7db5c51fb4b330" providerId="LiveId" clId="{45ACBC25-D423-4DCA-94EA-257A6655DDEA}" dt="2024-11-13T12:13:58.025" v="335" actId="1076"/>
          <ac:picMkLst>
            <pc:docMk/>
            <pc:sldMk cId="348001568" sldId="264"/>
            <ac:picMk id="1040" creationId="{56F693D7-41E6-0EBF-1CE6-7E6B45822CA2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448388216" sldId="265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Paullo Estevam" userId="6a7db5c51fb4b330" providerId="LiveId" clId="{45ACBC25-D423-4DCA-94EA-257A6655DDEA}" dt="2024-11-13T12:16:20.329" v="407" actId="1076"/>
          <ac:spMkLst>
            <pc:docMk/>
            <pc:sldMk cId="448388216" sldId="265"/>
            <ac:spMk id="3" creationId="{4CC94CD3-286B-3D58-DDCA-23A68FF25E01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48388216" sldId="265"/>
            <ac:spMk id="4" creationId="{EFCBDF70-AFAB-31D6-F5FF-B5D72790C2F5}"/>
          </ac:spMkLst>
        </pc:spChg>
        <pc:picChg chg="mod">
          <ac:chgData name="Paullo Estevam" userId="6a7db5c51fb4b330" providerId="LiveId" clId="{45ACBC25-D423-4DCA-94EA-257A6655DDEA}" dt="2024-11-13T12:16:22.915" v="408" actId="1076"/>
          <ac:picMkLst>
            <pc:docMk/>
            <pc:sldMk cId="448388216" sldId="265"/>
            <ac:picMk id="5" creationId="{2E35D286-4DD6-E6E2-9AD7-820AFDF59725}"/>
          </ac:picMkLst>
        </pc:picChg>
        <pc:picChg chg="mod">
          <ac:chgData name="Paullo Estevam" userId="6a7db5c51fb4b330" providerId="LiveId" clId="{45ACBC25-D423-4DCA-94EA-257A6655DDEA}" dt="2024-11-13T12:16:37.934" v="413" actId="14100"/>
          <ac:picMkLst>
            <pc:docMk/>
            <pc:sldMk cId="448388216" sldId="265"/>
            <ac:picMk id="4098" creationId="{9AD96DA3-F2CD-63E8-3AB6-EF416A7D5C2E}"/>
          </ac:picMkLst>
        </pc:picChg>
        <pc:picChg chg="mod">
          <ac:chgData name="Paullo Estevam" userId="6a7db5c51fb4b330" providerId="LiveId" clId="{45ACBC25-D423-4DCA-94EA-257A6655DDEA}" dt="2024-11-13T12:16:35.309" v="412" actId="1076"/>
          <ac:picMkLst>
            <pc:docMk/>
            <pc:sldMk cId="448388216" sldId="265"/>
            <ac:picMk id="5122" creationId="{4EF6CA69-8BBD-A771-1F64-EB6C834BAB06}"/>
          </ac:picMkLst>
        </pc:picChg>
      </pc:sldChg>
      <pc:sldChg chg="addSp modSp mod">
        <pc:chgData name="Paullo Estevam" userId="6a7db5c51fb4b330" providerId="LiveId" clId="{45ACBC25-D423-4DCA-94EA-257A6655DDEA}" dt="2024-11-14T16:19:51.904" v="887" actId="403"/>
        <pc:sldMkLst>
          <pc:docMk/>
          <pc:sldMk cId="199460944" sldId="268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99460944" sldId="268"/>
            <ac:spMk id="2" creationId="{6E09E8E7-BB32-27F7-697B-97FE1BD2AF54}"/>
          </ac:spMkLst>
        </pc:spChg>
        <pc:spChg chg="mod">
          <ac:chgData name="Paullo Estevam" userId="6a7db5c51fb4b330" providerId="LiveId" clId="{45ACBC25-D423-4DCA-94EA-257A6655DDEA}" dt="2024-11-14T16:18:30.655" v="735" actId="20577"/>
          <ac:spMkLst>
            <pc:docMk/>
            <pc:sldMk cId="199460944" sldId="268"/>
            <ac:spMk id="3" creationId="{10D55773-F35B-3266-B0E5-AB376A5EEBED}"/>
          </ac:spMkLst>
        </pc:spChg>
        <pc:spChg chg="mod">
          <ac:chgData name="Paullo Estevam" userId="6a7db5c51fb4b330" providerId="LiveId" clId="{45ACBC25-D423-4DCA-94EA-257A6655DDEA}" dt="2024-11-14T16:18:39.001" v="771" actId="20577"/>
          <ac:spMkLst>
            <pc:docMk/>
            <pc:sldMk cId="199460944" sldId="268"/>
            <ac:spMk id="5" creationId="{85D45D19-64F2-8898-7BAE-6B8689B3DBCE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99460944" sldId="268"/>
            <ac:spMk id="6" creationId="{9ECFE08B-C905-95FB-5C61-1579F1AC8936}"/>
          </ac:spMkLst>
        </pc:spChg>
        <pc:spChg chg="add mod">
          <ac:chgData name="Paullo Estevam" userId="6a7db5c51fb4b330" providerId="LiveId" clId="{45ACBC25-D423-4DCA-94EA-257A6655DDEA}" dt="2024-11-14T16:19:51.904" v="887" actId="403"/>
          <ac:spMkLst>
            <pc:docMk/>
            <pc:sldMk cId="199460944" sldId="268"/>
            <ac:spMk id="9" creationId="{DB2BA1D5-9A2E-B30D-0F68-93FD5F338021}"/>
          </ac:spMkLst>
        </pc:spChg>
        <pc:picChg chg="add mod">
          <ac:chgData name="Paullo Estevam" userId="6a7db5c51fb4b330" providerId="LiveId" clId="{45ACBC25-D423-4DCA-94EA-257A6655DDEA}" dt="2024-11-14T16:19:50.763" v="880" actId="1076"/>
          <ac:picMkLst>
            <pc:docMk/>
            <pc:sldMk cId="199460944" sldId="268"/>
            <ac:picMk id="8" creationId="{21061A40-CDFF-D849-7D25-9551FC9CCBD9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3593632650" sldId="270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593632650" sldId="270"/>
            <ac:spMk id="2" creationId="{3D7AE722-8B1E-C879-2D89-0A4EE97CD3BF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593632650" sldId="270"/>
            <ac:spMk id="3" creationId="{33DA1F59-7C60-42BE-5A08-4A08E2AA63B0}"/>
          </ac:spMkLst>
        </pc:spChg>
        <pc:spChg chg="mod">
          <ac:chgData name="Paullo Estevam" userId="6a7db5c51fb4b330" providerId="LiveId" clId="{45ACBC25-D423-4DCA-94EA-257A6655DDEA}" dt="2024-11-13T12:24:49.741" v="537" actId="1076"/>
          <ac:spMkLst>
            <pc:docMk/>
            <pc:sldMk cId="3593632650" sldId="270"/>
            <ac:spMk id="5" creationId="{D6F49F53-D39B-9E1B-A588-954216EB6E07}"/>
          </ac:spMkLst>
        </pc:spChg>
        <pc:spChg chg="mod">
          <ac:chgData name="Paullo Estevam" userId="6a7db5c51fb4b330" providerId="LiveId" clId="{45ACBC25-D423-4DCA-94EA-257A6655DDEA}" dt="2024-11-13T12:24:54.445" v="539" actId="1076"/>
          <ac:spMkLst>
            <pc:docMk/>
            <pc:sldMk cId="3593632650" sldId="270"/>
            <ac:spMk id="8" creationId="{0B6F588D-94D8-41DA-0E75-753C24A6A7F1}"/>
          </ac:spMkLst>
        </pc:spChg>
        <pc:picChg chg="mod">
          <ac:chgData name="Paullo Estevam" userId="6a7db5c51fb4b330" providerId="LiveId" clId="{45ACBC25-D423-4DCA-94EA-257A6655DDEA}" dt="2024-11-13T12:24:46.097" v="536" actId="1076"/>
          <ac:picMkLst>
            <pc:docMk/>
            <pc:sldMk cId="3593632650" sldId="270"/>
            <ac:picMk id="6146" creationId="{4D45434F-F90E-BF99-1872-BF07915C884F}"/>
          </ac:picMkLst>
        </pc:picChg>
        <pc:picChg chg="mod">
          <ac:chgData name="Paullo Estevam" userId="6a7db5c51fb4b330" providerId="LiveId" clId="{45ACBC25-D423-4DCA-94EA-257A6655DDEA}" dt="2024-11-13T12:24:51.109" v="538" actId="1076"/>
          <ac:picMkLst>
            <pc:docMk/>
            <pc:sldMk cId="3593632650" sldId="270"/>
            <ac:picMk id="6148" creationId="{205CAC72-9AB7-A9BF-A1AE-459828B5CDE1}"/>
          </ac:picMkLst>
        </pc:picChg>
      </pc:sldChg>
      <pc:sldChg chg="modSp mod ord">
        <pc:chgData name="Paullo Estevam" userId="6a7db5c51fb4b330" providerId="LiveId" clId="{45ACBC25-D423-4DCA-94EA-257A6655DDEA}" dt="2024-11-14T16:22:55.234" v="982" actId="1036"/>
        <pc:sldMkLst>
          <pc:docMk/>
          <pc:sldMk cId="657769478" sldId="271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657769478" sldId="271"/>
            <ac:spMk id="2" creationId="{F905F62B-33EC-CA77-F0A2-A008801DC61D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657769478" sldId="271"/>
            <ac:spMk id="26" creationId="{2294E588-4ACD-C8B1-C818-A2621DF2446A}"/>
          </ac:spMkLst>
        </pc:sp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7" creationId="{ED873A9C-2E84-9FF1-D682-E3C14602C0D8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9" creationId="{66729901-BAEB-45D5-1772-B04F132A828A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11" creationId="{2DFF6FE6-5FE6-61C6-B89A-5A71DFB4BDD9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13" creationId="{5552EC1A-9138-33BD-C915-6ADE98C4C87E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15" creationId="{092EFB88-C99D-51A7-1074-480416160BC4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17" creationId="{9220F4AB-2B91-E43F-87A7-FE9E42692FA1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19" creationId="{7AE27A82-9405-5228-3750-BAF6D097A844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21" creationId="{79D8E191-61A2-42DD-9488-F606924FF0D4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23" creationId="{7E73EFD1-1562-A8B0-9FD3-6D7F26757AE4}"/>
          </ac:picMkLst>
        </pc:picChg>
        <pc:picChg chg="mod">
          <ac:chgData name="Paullo Estevam" userId="6a7db5c51fb4b330" providerId="LiveId" clId="{45ACBC25-D423-4DCA-94EA-257A6655DDEA}" dt="2024-11-14T16:22:55.234" v="982" actId="1036"/>
          <ac:picMkLst>
            <pc:docMk/>
            <pc:sldMk cId="657769478" sldId="271"/>
            <ac:picMk id="25" creationId="{CC6BD74C-8FF8-8764-72AF-DBAA1E32771E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2283759418" sldId="273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283759418" sldId="273"/>
            <ac:spMk id="3" creationId="{3E936312-2EEB-25F8-886C-2C0C5EE79D21}"/>
          </ac:spMkLst>
        </pc:spChg>
        <pc:spChg chg="mod">
          <ac:chgData name="Paullo Estevam" userId="6a7db5c51fb4b330" providerId="LiveId" clId="{45ACBC25-D423-4DCA-94EA-257A6655DDEA}" dt="2024-11-13T12:18:00.444" v="419" actId="1076"/>
          <ac:spMkLst>
            <pc:docMk/>
            <pc:sldMk cId="2283759418" sldId="273"/>
            <ac:spMk id="6" creationId="{4088FCE8-CA56-7F79-4A27-F87BFB3432A1}"/>
          </ac:spMkLst>
        </pc:spChg>
        <pc:spChg chg="mod">
          <ac:chgData name="Paullo Estevam" userId="6a7db5c51fb4b330" providerId="LiveId" clId="{45ACBC25-D423-4DCA-94EA-257A6655DDEA}" dt="2024-11-13T12:18:21.620" v="433" actId="1076"/>
          <ac:spMkLst>
            <pc:docMk/>
            <pc:sldMk cId="2283759418" sldId="273"/>
            <ac:spMk id="7" creationId="{86D445E6-4D8D-41A2-7F1C-28739682B8B5}"/>
          </ac:spMkLst>
        </pc:spChg>
        <pc:spChg chg="mod">
          <ac:chgData name="Paullo Estevam" userId="6a7db5c51fb4b330" providerId="LiveId" clId="{45ACBC25-D423-4DCA-94EA-257A6655DDEA}" dt="2024-11-13T12:18:16.215" v="432" actId="1035"/>
          <ac:spMkLst>
            <pc:docMk/>
            <pc:sldMk cId="2283759418" sldId="273"/>
            <ac:spMk id="9" creationId="{CBE0EF38-DE30-0971-8BBC-3006F3D6BEB2}"/>
          </ac:spMkLst>
        </pc:spChg>
        <pc:spChg chg="mod">
          <ac:chgData name="Paullo Estevam" userId="6a7db5c51fb4b330" providerId="LiveId" clId="{45ACBC25-D423-4DCA-94EA-257A6655DDEA}" dt="2024-11-13T12:19:41.846" v="444"/>
          <ac:spMkLst>
            <pc:docMk/>
            <pc:sldMk cId="2283759418" sldId="273"/>
            <ac:spMk id="10" creationId="{BD863CCC-42BA-05BE-5153-19BDE113630B}"/>
          </ac:spMkLst>
        </pc:spChg>
        <pc:spChg chg="mod">
          <ac:chgData name="Paullo Estevam" userId="6a7db5c51fb4b330" providerId="LiveId" clId="{45ACBC25-D423-4DCA-94EA-257A6655DDEA}" dt="2024-11-13T12:18:06.686" v="420" actId="1076"/>
          <ac:spMkLst>
            <pc:docMk/>
            <pc:sldMk cId="2283759418" sldId="273"/>
            <ac:spMk id="11" creationId="{D92E52FD-1BBC-7C5D-AB54-CC0A1DA18434}"/>
          </ac:spMkLst>
        </pc:spChg>
      </pc:sldChg>
      <pc:sldChg chg="delSp modSp mod">
        <pc:chgData name="Paullo Estevam" userId="6a7db5c51fb4b330" providerId="LiveId" clId="{45ACBC25-D423-4DCA-94EA-257A6655DDEA}" dt="2024-11-14T16:21:17.030" v="905" actId="14100"/>
        <pc:sldMkLst>
          <pc:docMk/>
          <pc:sldMk cId="4111383003" sldId="274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111383003" sldId="274"/>
            <ac:spMk id="2" creationId="{6076EA05-7674-FAF4-1F71-4FD7C47B456A}"/>
          </ac:spMkLst>
        </pc:spChg>
        <pc:spChg chg="del">
          <ac:chgData name="Paullo Estevam" userId="6a7db5c51fb4b330" providerId="LiveId" clId="{45ACBC25-D423-4DCA-94EA-257A6655DDEA}" dt="2024-11-13T12:21:14.040" v="458" actId="478"/>
          <ac:spMkLst>
            <pc:docMk/>
            <pc:sldMk cId="4111383003" sldId="274"/>
            <ac:spMk id="3" creationId="{38AFC66C-8554-9B69-85CB-F88B0A717DAE}"/>
          </ac:spMkLst>
        </pc:spChg>
        <pc:spChg chg="mod">
          <ac:chgData name="Paullo Estevam" userId="6a7db5c51fb4b330" providerId="LiveId" clId="{45ACBC25-D423-4DCA-94EA-257A6655DDEA}" dt="2024-11-13T12:40:04.770" v="643" actId="1076"/>
          <ac:spMkLst>
            <pc:docMk/>
            <pc:sldMk cId="4111383003" sldId="274"/>
            <ac:spMk id="16" creationId="{CB76E315-B463-0601-DE00-581F7D541E33}"/>
          </ac:spMkLst>
        </pc:spChg>
        <pc:spChg chg="mod">
          <ac:chgData name="Paullo Estevam" userId="6a7db5c51fb4b330" providerId="LiveId" clId="{45ACBC25-D423-4DCA-94EA-257A6655DDEA}" dt="2024-11-13T12:40:00.357" v="642" actId="1038"/>
          <ac:spMkLst>
            <pc:docMk/>
            <pc:sldMk cId="4111383003" sldId="274"/>
            <ac:spMk id="21" creationId="{619BD4D5-5D8C-5E61-7AD9-7FF5500F668C}"/>
          </ac:spMkLst>
        </pc:spChg>
        <pc:spChg chg="mod">
          <ac:chgData name="Paullo Estevam" userId="6a7db5c51fb4b330" providerId="LiveId" clId="{45ACBC25-D423-4DCA-94EA-257A6655DDEA}" dt="2024-11-13T12:40:00.357" v="642" actId="1038"/>
          <ac:spMkLst>
            <pc:docMk/>
            <pc:sldMk cId="4111383003" sldId="274"/>
            <ac:spMk id="22" creationId="{B0C6CE43-7DB7-83FD-1860-9AB46D6A2C77}"/>
          </ac:spMkLst>
        </pc:spChg>
        <pc:spChg chg="mod">
          <ac:chgData name="Paullo Estevam" userId="6a7db5c51fb4b330" providerId="LiveId" clId="{45ACBC25-D423-4DCA-94EA-257A6655DDEA}" dt="2024-11-13T12:40:00.357" v="642" actId="1038"/>
          <ac:spMkLst>
            <pc:docMk/>
            <pc:sldMk cId="4111383003" sldId="274"/>
            <ac:spMk id="23" creationId="{06F3C3EE-FBE8-2C76-2545-F9DF7855108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4111383003" sldId="274"/>
            <ac:spMk id="25" creationId="{B09AB94A-330F-C7A4-8D1E-392B4381E6E8}"/>
          </ac:spMkLst>
        </pc:spChg>
        <pc:picChg chg="mod">
          <ac:chgData name="Paullo Estevam" userId="6a7db5c51fb4b330" providerId="LiveId" clId="{45ACBC25-D423-4DCA-94EA-257A6655DDEA}" dt="2024-11-14T16:21:17.030" v="905" actId="14100"/>
          <ac:picMkLst>
            <pc:docMk/>
            <pc:sldMk cId="4111383003" sldId="274"/>
            <ac:picMk id="5124" creationId="{3C972C71-09BC-7CF0-C667-9005E251BCA3}"/>
          </ac:picMkLst>
        </pc:picChg>
      </pc:sldChg>
      <pc:sldChg chg="modSp mod">
        <pc:chgData name="Paullo Estevam" userId="6a7db5c51fb4b330" providerId="LiveId" clId="{45ACBC25-D423-4DCA-94EA-257A6655DDEA}" dt="2024-11-14T16:22:06.640" v="923" actId="1076"/>
        <pc:sldMkLst>
          <pc:docMk/>
          <pc:sldMk cId="3886277805" sldId="275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886277805" sldId="275"/>
            <ac:spMk id="2" creationId="{CD5CB25B-3669-798D-B901-3D02E2DBB366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886277805" sldId="275"/>
            <ac:spMk id="3" creationId="{6AB402E3-3F25-6CCD-4087-5189556DD41F}"/>
          </ac:spMkLst>
        </pc:spChg>
        <pc:picChg chg="mod">
          <ac:chgData name="Paullo Estevam" userId="6a7db5c51fb4b330" providerId="LiveId" clId="{45ACBC25-D423-4DCA-94EA-257A6655DDEA}" dt="2024-11-13T12:25:11.212" v="541" actId="1076"/>
          <ac:picMkLst>
            <pc:docMk/>
            <pc:sldMk cId="3886277805" sldId="275"/>
            <ac:picMk id="7" creationId="{8B06A601-81C2-6473-7E99-ABCBC99CC4E3}"/>
          </ac:picMkLst>
        </pc:picChg>
        <pc:picChg chg="mod">
          <ac:chgData name="Paullo Estevam" userId="6a7db5c51fb4b330" providerId="LiveId" clId="{45ACBC25-D423-4DCA-94EA-257A6655DDEA}" dt="2024-11-14T16:22:06.640" v="923" actId="1076"/>
          <ac:picMkLst>
            <pc:docMk/>
            <pc:sldMk cId="3886277805" sldId="275"/>
            <ac:picMk id="5122" creationId="{F585A421-D566-9617-E1E4-39328F3C28E7}"/>
          </ac:picMkLst>
        </pc:picChg>
      </pc:sldChg>
      <pc:sldChg chg="addSp delSp modSp mod">
        <pc:chgData name="Paullo Estevam" userId="6a7db5c51fb4b330" providerId="LiveId" clId="{45ACBC25-D423-4DCA-94EA-257A6655DDEA}" dt="2024-11-14T16:21:31.194" v="917" actId="1036"/>
        <pc:sldMkLst>
          <pc:docMk/>
          <pc:sldMk cId="3650863722" sldId="276"/>
        </pc:sldMkLst>
        <pc:spChg chg="del mod">
          <ac:chgData name="Paullo Estevam" userId="6a7db5c51fb4b330" providerId="LiveId" clId="{45ACBC25-D423-4DCA-94EA-257A6655DDEA}" dt="2024-11-13T12:21:41.440" v="491" actId="478"/>
          <ac:spMkLst>
            <pc:docMk/>
            <pc:sldMk cId="3650863722" sldId="276"/>
            <ac:spMk id="2" creationId="{BA43EBDC-0BA9-9719-4B18-7745A3EC0867}"/>
          </ac:spMkLst>
        </pc:spChg>
        <pc:spChg chg="mod">
          <ac:chgData name="Paullo Estevam" userId="6a7db5c51fb4b330" providerId="LiveId" clId="{45ACBC25-D423-4DCA-94EA-257A6655DDEA}" dt="2024-11-14T16:21:31.194" v="917" actId="1036"/>
          <ac:spMkLst>
            <pc:docMk/>
            <pc:sldMk cId="3650863722" sldId="276"/>
            <ac:spMk id="3" creationId="{563E510D-DB19-945F-6C39-63208B678F3F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650863722" sldId="276"/>
            <ac:spMk id="4" creationId="{0D1ADBBE-255E-2E5C-66A3-24707294E213}"/>
          </ac:spMkLst>
        </pc:spChg>
        <pc:spChg chg="add mod">
          <ac:chgData name="Paullo Estevam" userId="6a7db5c51fb4b330" providerId="LiveId" clId="{45ACBC25-D423-4DCA-94EA-257A6655DDEA}" dt="2024-11-13T12:27:06.336" v="577"/>
          <ac:spMkLst>
            <pc:docMk/>
            <pc:sldMk cId="3650863722" sldId="276"/>
            <ac:spMk id="6" creationId="{D4002729-D735-DFEA-3D24-A77C610CED47}"/>
          </ac:spMkLst>
        </pc:spChg>
        <pc:picChg chg="mod">
          <ac:chgData name="Paullo Estevam" userId="6a7db5c51fb4b330" providerId="LiveId" clId="{45ACBC25-D423-4DCA-94EA-257A6655DDEA}" dt="2024-11-14T16:21:25.007" v="908" actId="14100"/>
          <ac:picMkLst>
            <pc:docMk/>
            <pc:sldMk cId="3650863722" sldId="276"/>
            <ac:picMk id="8194" creationId="{AE880330-13D3-BF87-7287-844D4A11EF59}"/>
          </ac:picMkLst>
        </pc:pic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1445619718" sldId="277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445619718" sldId="277"/>
            <ac:spMk id="2" creationId="{9D473D39-BFAD-3E0C-EA67-0278A625C849}"/>
          </ac:spMkLst>
        </pc:spChg>
        <pc:spChg chg="mod">
          <ac:chgData name="Paullo Estevam" userId="6a7db5c51fb4b330" providerId="LiveId" clId="{45ACBC25-D423-4DCA-94EA-257A6655DDEA}" dt="2024-11-13T12:16:05.356" v="403" actId="1076"/>
          <ac:spMkLst>
            <pc:docMk/>
            <pc:sldMk cId="1445619718" sldId="277"/>
            <ac:spMk id="4" creationId="{D22E7AE6-C63F-643B-88C0-8B844F072359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445619718" sldId="277"/>
            <ac:spMk id="5" creationId="{9A9A4B56-5585-4606-8C77-B9A48D136E82}"/>
          </ac:spMkLst>
        </pc:spChg>
        <pc:picChg chg="mod">
          <ac:chgData name="Paullo Estevam" userId="6a7db5c51fb4b330" providerId="LiveId" clId="{45ACBC25-D423-4DCA-94EA-257A6655DDEA}" dt="2024-11-13T12:16:00.560" v="402" actId="1076"/>
          <ac:picMkLst>
            <pc:docMk/>
            <pc:sldMk cId="1445619718" sldId="277"/>
            <ac:picMk id="1026" creationId="{751406B4-BDFB-2221-A4B4-ED98D2ED234D}"/>
          </ac:picMkLst>
        </pc:picChg>
      </pc:sldChg>
      <pc:sldChg chg="addSp delSp modSp mod">
        <pc:chgData name="Paullo Estevam" userId="6a7db5c51fb4b330" providerId="LiveId" clId="{45ACBC25-D423-4DCA-94EA-257A6655DDEA}" dt="2024-11-14T16:20:08.832" v="894" actId="27636"/>
        <pc:sldMkLst>
          <pc:docMk/>
          <pc:sldMk cId="1841180361" sldId="278"/>
        </pc:sldMkLst>
        <pc:spChg chg="mod">
          <ac:chgData name="Paullo Estevam" userId="6a7db5c51fb4b330" providerId="LiveId" clId="{45ACBC25-D423-4DCA-94EA-257A6655DDEA}" dt="2024-11-14T16:20:01.831" v="890" actId="1076"/>
          <ac:spMkLst>
            <pc:docMk/>
            <pc:sldMk cId="1841180361" sldId="278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841180361" sldId="278"/>
            <ac:spMk id="3" creationId="{6EE63A37-CC2E-BB72-1EB3-DDD9E9297504}"/>
          </ac:spMkLst>
        </pc:spChg>
        <pc:spChg chg="mod">
          <ac:chgData name="Paullo Estevam" userId="6a7db5c51fb4b330" providerId="LiveId" clId="{45ACBC25-D423-4DCA-94EA-257A6655DDEA}" dt="2024-11-14T16:20:08.832" v="894" actId="27636"/>
          <ac:spMkLst>
            <pc:docMk/>
            <pc:sldMk cId="1841180361" sldId="278"/>
            <ac:spMk id="7" creationId="{CF19173B-E839-9A30-A6CD-DC2C41C39078}"/>
          </ac:spMkLst>
        </pc:spChg>
        <pc:picChg chg="add del mod ord">
          <ac:chgData name="Paullo Estevam" userId="6a7db5c51fb4b330" providerId="LiveId" clId="{45ACBC25-D423-4DCA-94EA-257A6655DDEA}" dt="2024-11-14T16:19:52.062" v="888" actId="478"/>
          <ac:picMkLst>
            <pc:docMk/>
            <pc:sldMk cId="1841180361" sldId="278"/>
            <ac:picMk id="5" creationId="{9F3FDBC8-4DA8-A2E3-8A62-DD0950E0140B}"/>
          </ac:picMkLst>
        </pc:picChg>
      </pc:sldChg>
      <pc:sldChg chg="addSp delSp modSp mod">
        <pc:chgData name="Paullo Estevam" userId="6a7db5c51fb4b330" providerId="LiveId" clId="{45ACBC25-D423-4DCA-94EA-257A6655DDEA}" dt="2024-11-14T16:21:51.178" v="920" actId="1076"/>
        <pc:sldMkLst>
          <pc:docMk/>
          <pc:sldMk cId="3088484630" sldId="279"/>
        </pc:sldMkLst>
        <pc:spChg chg="add del mod">
          <ac:chgData name="Paullo Estevam" userId="6a7db5c51fb4b330" providerId="LiveId" clId="{45ACBC25-D423-4DCA-94EA-257A6655DDEA}" dt="2024-11-13T12:24:23.316" v="525" actId="478"/>
          <ac:spMkLst>
            <pc:docMk/>
            <pc:sldMk cId="3088484630" sldId="279"/>
            <ac:spMk id="3" creationId="{C2C34F59-53BA-A39F-D0A3-C5AF60590E1D}"/>
          </ac:spMkLst>
        </pc:spChg>
        <pc:spChg chg="add del mod">
          <ac:chgData name="Paullo Estevam" userId="6a7db5c51fb4b330" providerId="LiveId" clId="{45ACBC25-D423-4DCA-94EA-257A6655DDEA}" dt="2024-11-13T12:27:06.336" v="577"/>
          <ac:spMkLst>
            <pc:docMk/>
            <pc:sldMk cId="3088484630" sldId="279"/>
            <ac:spMk id="9" creationId="{69B403F6-B552-0C2F-CA9E-9B2C0987427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088484630" sldId="279"/>
            <ac:spMk id="10" creationId="{103587C7-FC6B-06C6-3BB7-3204BB9DDC1C}"/>
          </ac:spMkLst>
        </pc:spChg>
        <pc:picChg chg="mod">
          <ac:chgData name="Paullo Estevam" userId="6a7db5c51fb4b330" providerId="LiveId" clId="{45ACBC25-D423-4DCA-94EA-257A6655DDEA}" dt="2024-11-14T16:21:51.178" v="920" actId="1076"/>
          <ac:picMkLst>
            <pc:docMk/>
            <pc:sldMk cId="3088484630" sldId="279"/>
            <ac:picMk id="6" creationId="{2EC72B73-3D42-7001-B30B-2C2B73B61341}"/>
          </ac:picMkLst>
        </pc:picChg>
        <pc:picChg chg="mod">
          <ac:chgData name="Paullo Estevam" userId="6a7db5c51fb4b330" providerId="LiveId" clId="{45ACBC25-D423-4DCA-94EA-257A6655DDEA}" dt="2024-11-13T12:24:36.638" v="534" actId="1076"/>
          <ac:picMkLst>
            <pc:docMk/>
            <pc:sldMk cId="3088484630" sldId="279"/>
            <ac:picMk id="2050" creationId="{93DF4574-600B-197A-B3D8-7C251BA38612}"/>
          </ac:picMkLst>
        </pc:picChg>
        <pc:picChg chg="mod">
          <ac:chgData name="Paullo Estevam" userId="6a7db5c51fb4b330" providerId="LiveId" clId="{45ACBC25-D423-4DCA-94EA-257A6655DDEA}" dt="2024-11-13T12:24:35.747" v="533" actId="1076"/>
          <ac:picMkLst>
            <pc:docMk/>
            <pc:sldMk cId="3088484630" sldId="279"/>
            <ac:picMk id="6146" creationId="{AEBF4162-9941-2F38-6BDB-E46159220EA3}"/>
          </ac:picMkLst>
        </pc:picChg>
        <pc:picChg chg="mod">
          <ac:chgData name="Paullo Estevam" userId="6a7db5c51fb4b330" providerId="LiveId" clId="{45ACBC25-D423-4DCA-94EA-257A6655DDEA}" dt="2024-11-13T12:24:34.627" v="532" actId="1076"/>
          <ac:picMkLst>
            <pc:docMk/>
            <pc:sldMk cId="3088484630" sldId="279"/>
            <ac:picMk id="6148" creationId="{BCCA9A9A-6D53-22A7-C799-A0132AF1BD34}"/>
          </ac:picMkLst>
        </pc:picChg>
      </pc:sldChg>
      <pc:sldChg chg="modSp mod">
        <pc:chgData name="Paullo Estevam" userId="6a7db5c51fb4b330" providerId="LiveId" clId="{45ACBC25-D423-4DCA-94EA-257A6655DDEA}" dt="2024-11-14T16:21:56.845" v="921" actId="1076"/>
        <pc:sldMkLst>
          <pc:docMk/>
          <pc:sldMk cId="1253586616" sldId="280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53586616" sldId="280"/>
            <ac:spMk id="9" creationId="{69B403F6-B552-0C2F-CA9E-9B2C09874272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53586616" sldId="280"/>
            <ac:spMk id="14" creationId="{4199D458-1630-2B7A-5CBD-8ECA151CC107}"/>
          </ac:spMkLst>
        </pc:spChg>
        <pc:grpChg chg="mod">
          <ac:chgData name="Paullo Estevam" userId="6a7db5c51fb4b330" providerId="LiveId" clId="{45ACBC25-D423-4DCA-94EA-257A6655DDEA}" dt="2024-11-14T16:21:56.845" v="921" actId="1076"/>
          <ac:grpSpMkLst>
            <pc:docMk/>
            <pc:sldMk cId="1253586616" sldId="280"/>
            <ac:grpSpMk id="13" creationId="{693C05B6-1B06-E617-7E93-304E0EFF3AE1}"/>
          </ac:grpSpMkLst>
        </pc:grp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3700189217" sldId="281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700189217" sldId="281"/>
            <ac:spMk id="2" creationId="{BE317D3B-8442-5C50-5795-8B611FCAEB28}"/>
          </ac:spMkLst>
        </pc:spChg>
        <pc:spChg chg="mod">
          <ac:chgData name="Paullo Estevam" userId="6a7db5c51fb4b330" providerId="LiveId" clId="{45ACBC25-D423-4DCA-94EA-257A6655DDEA}" dt="2024-11-13T12:10:51.126" v="133" actId="27636"/>
          <ac:spMkLst>
            <pc:docMk/>
            <pc:sldMk cId="3700189217" sldId="281"/>
            <ac:spMk id="3" creationId="{4CC94CD3-286B-3D58-DDCA-23A68FF25E01}"/>
          </ac:spMkLst>
        </pc:spChg>
        <pc:spChg chg="mod">
          <ac:chgData name="Paullo Estevam" userId="6a7db5c51fb4b330" providerId="LiveId" clId="{45ACBC25-D423-4DCA-94EA-257A6655DDEA}" dt="2024-11-13T12:13:40.631" v="333" actId="27636"/>
          <ac:spMkLst>
            <pc:docMk/>
            <pc:sldMk cId="3700189217" sldId="281"/>
            <ac:spMk id="4" creationId="{9FE13B5D-309E-B3D4-118C-6F3098F6815E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3700189217" sldId="281"/>
            <ac:spMk id="6" creationId="{07E1B9AC-26D0-66BF-A9BE-AA9F23853D0D}"/>
          </ac:spMkLst>
        </pc:spChg>
      </pc:sldChg>
      <pc:sldChg chg="modSp mod">
        <pc:chgData name="Paullo Estevam" userId="6a7db5c51fb4b330" providerId="LiveId" clId="{45ACBC25-D423-4DCA-94EA-257A6655DDEA}" dt="2024-11-13T12:27:06.336" v="577"/>
        <pc:sldMkLst>
          <pc:docMk/>
          <pc:sldMk cId="574822534" sldId="282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574822534" sldId="282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574822534" sldId="282"/>
            <ac:spMk id="3" creationId="{6EE63A37-CC2E-BB72-1EB3-DDD9E9297504}"/>
          </ac:spMkLst>
        </pc:spChg>
        <pc:spChg chg="mod">
          <ac:chgData name="Paullo Estevam" userId="6a7db5c51fb4b330" providerId="LiveId" clId="{45ACBC25-D423-4DCA-94EA-257A6655DDEA}" dt="2024-11-13T12:15:15.063" v="398" actId="108"/>
          <ac:spMkLst>
            <pc:docMk/>
            <pc:sldMk cId="574822534" sldId="282"/>
            <ac:spMk id="7" creationId="{CF19173B-E839-9A30-A6CD-DC2C41C39078}"/>
          </ac:spMkLst>
        </pc:spChg>
        <pc:picChg chg="mod">
          <ac:chgData name="Paullo Estevam" userId="6a7db5c51fb4b330" providerId="LiveId" clId="{45ACBC25-D423-4DCA-94EA-257A6655DDEA}" dt="2024-11-13T12:14:36.553" v="390" actId="1036"/>
          <ac:picMkLst>
            <pc:docMk/>
            <pc:sldMk cId="574822534" sldId="282"/>
            <ac:picMk id="2050" creationId="{401EA0B4-B948-9CD8-C875-CC6AFD5D0E67}"/>
          </ac:picMkLst>
        </pc:picChg>
        <pc:picChg chg="mod">
          <ac:chgData name="Paullo Estevam" userId="6a7db5c51fb4b330" providerId="LiveId" clId="{45ACBC25-D423-4DCA-94EA-257A6655DDEA}" dt="2024-11-13T12:14:36.553" v="390" actId="1036"/>
          <ac:picMkLst>
            <pc:docMk/>
            <pc:sldMk cId="574822534" sldId="282"/>
            <ac:picMk id="2056" creationId="{8384B2E6-E0C9-FA33-8D15-CA7533405733}"/>
          </ac:picMkLst>
        </pc:picChg>
        <pc:picChg chg="mod">
          <ac:chgData name="Paullo Estevam" userId="6a7db5c51fb4b330" providerId="LiveId" clId="{45ACBC25-D423-4DCA-94EA-257A6655DDEA}" dt="2024-11-13T12:14:36.553" v="390" actId="1036"/>
          <ac:picMkLst>
            <pc:docMk/>
            <pc:sldMk cId="574822534" sldId="282"/>
            <ac:picMk id="2058" creationId="{4872EE2D-EBDC-6627-9CAE-57E1D067ED0E}"/>
          </ac:picMkLst>
        </pc:picChg>
      </pc:sldChg>
      <pc:sldChg chg="addSp delSp modSp mod">
        <pc:chgData name="Paullo Estevam" userId="6a7db5c51fb4b330" providerId="LiveId" clId="{45ACBC25-D423-4DCA-94EA-257A6655DDEA}" dt="2024-11-13T12:27:06.336" v="577"/>
        <pc:sldMkLst>
          <pc:docMk/>
          <pc:sldMk cId="1134790476" sldId="284"/>
        </pc:sldMkLst>
        <pc:spChg chg="del mod">
          <ac:chgData name="Paullo Estevam" userId="6a7db5c51fb4b330" providerId="LiveId" clId="{45ACBC25-D423-4DCA-94EA-257A6655DDEA}" dt="2024-11-13T12:23:12.898" v="505" actId="478"/>
          <ac:spMkLst>
            <pc:docMk/>
            <pc:sldMk cId="1134790476" sldId="284"/>
            <ac:spMk id="2" creationId="{BA43EBDC-0BA9-9719-4B18-7745A3EC0867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134790476" sldId="284"/>
            <ac:spMk id="4" creationId="{0D1ADBBE-255E-2E5C-66A3-24707294E213}"/>
          </ac:spMkLst>
        </pc:spChg>
        <pc:spChg chg="add del mod">
          <ac:chgData name="Paullo Estevam" userId="6a7db5c51fb4b330" providerId="LiveId" clId="{45ACBC25-D423-4DCA-94EA-257A6655DDEA}" dt="2024-11-13T12:23:40.556" v="513" actId="478"/>
          <ac:spMkLst>
            <pc:docMk/>
            <pc:sldMk cId="1134790476" sldId="284"/>
            <ac:spMk id="5" creationId="{D5AB748B-6C9D-2FF7-48E5-ADCB31AB91CA}"/>
          </ac:spMkLst>
        </pc:spChg>
        <pc:picChg chg="add del mod">
          <ac:chgData name="Paullo Estevam" userId="6a7db5c51fb4b330" providerId="LiveId" clId="{45ACBC25-D423-4DCA-94EA-257A6655DDEA}" dt="2024-11-13T12:23:36.609" v="512" actId="14100"/>
          <ac:picMkLst>
            <pc:docMk/>
            <pc:sldMk cId="1134790476" sldId="284"/>
            <ac:picMk id="10" creationId="{98DF3A3E-BB44-97FF-7AE9-BD064CD24139}"/>
          </ac:picMkLst>
        </pc:picChg>
      </pc:sldChg>
      <pc:sldChg chg="delSp modSp mod">
        <pc:chgData name="Paullo Estevam" userId="6a7db5c51fb4b330" providerId="LiveId" clId="{45ACBC25-D423-4DCA-94EA-257A6655DDEA}" dt="2024-11-13T12:27:06.336" v="577"/>
        <pc:sldMkLst>
          <pc:docMk/>
          <pc:sldMk cId="267124703" sldId="285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67124703" sldId="285"/>
            <ac:spMk id="4" creationId="{0D1ADBBE-255E-2E5C-66A3-24707294E213}"/>
          </ac:spMkLst>
        </pc:spChg>
        <pc:spChg chg="del mod">
          <ac:chgData name="Paullo Estevam" userId="6a7db5c51fb4b330" providerId="LiveId" clId="{45ACBC25-D423-4DCA-94EA-257A6655DDEA}" dt="2024-11-13T12:23:46.406" v="514" actId="478"/>
          <ac:spMkLst>
            <pc:docMk/>
            <pc:sldMk cId="267124703" sldId="285"/>
            <ac:spMk id="6" creationId="{551745F1-12B5-131D-3E71-555041A3D65A}"/>
          </ac:spMkLst>
        </pc:spChg>
        <pc:picChg chg="mod">
          <ac:chgData name="Paullo Estevam" userId="6a7db5c51fb4b330" providerId="LiveId" clId="{45ACBC25-D423-4DCA-94EA-257A6655DDEA}" dt="2024-11-13T12:23:52.016" v="516" actId="14100"/>
          <ac:picMkLst>
            <pc:docMk/>
            <pc:sldMk cId="267124703" sldId="285"/>
            <ac:picMk id="12" creationId="{53778191-52F4-BDCC-5E00-76EE91F2B880}"/>
          </ac:picMkLst>
        </pc:picChg>
      </pc:sldChg>
      <pc:sldChg chg="addSp delSp modSp mod">
        <pc:chgData name="Paullo Estevam" userId="6a7db5c51fb4b330" providerId="LiveId" clId="{45ACBC25-D423-4DCA-94EA-257A6655DDEA}" dt="2024-11-14T16:21:07.894" v="903" actId="14100"/>
        <pc:sldMkLst>
          <pc:docMk/>
          <pc:sldMk cId="1407811282" sldId="286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407811282" sldId="286"/>
            <ac:spMk id="3" creationId="{3E936312-2EEB-25F8-886C-2C0C5EE79D21}"/>
          </ac:spMkLst>
        </pc:spChg>
        <pc:spChg chg="add mod">
          <ac:chgData name="Paullo Estevam" userId="6a7db5c51fb4b330" providerId="LiveId" clId="{45ACBC25-D423-4DCA-94EA-257A6655DDEA}" dt="2024-11-13T12:19:13.528" v="438"/>
          <ac:spMkLst>
            <pc:docMk/>
            <pc:sldMk cId="1407811282" sldId="286"/>
            <ac:spMk id="5" creationId="{008BAE53-3477-AF04-0C3A-C89FC1AF6A41}"/>
          </ac:spMkLst>
        </pc:spChg>
        <pc:spChg chg="del mod">
          <ac:chgData name="Paullo Estevam" userId="6a7db5c51fb4b330" providerId="LiveId" clId="{45ACBC25-D423-4DCA-94EA-257A6655DDEA}" dt="2024-11-13T12:19:18.432" v="440" actId="478"/>
          <ac:spMkLst>
            <pc:docMk/>
            <pc:sldMk cId="1407811282" sldId="286"/>
            <ac:spMk id="6" creationId="{4088FCE8-CA56-7F79-4A27-F87BFB3432A1}"/>
          </ac:spMkLst>
        </pc:spChg>
        <pc:spChg chg="add del mod">
          <ac:chgData name="Paullo Estevam" userId="6a7db5c51fb4b330" providerId="LiveId" clId="{45ACBC25-D423-4DCA-94EA-257A6655DDEA}" dt="2024-11-13T12:19:30.242" v="442" actId="478"/>
          <ac:spMkLst>
            <pc:docMk/>
            <pc:sldMk cId="1407811282" sldId="286"/>
            <ac:spMk id="9" creationId="{9A5186D8-6A2E-DB54-0162-D187F7B764C3}"/>
          </ac:spMkLst>
        </pc:spChg>
        <pc:picChg chg="mod">
          <ac:chgData name="Paullo Estevam" userId="6a7db5c51fb4b330" providerId="LiveId" clId="{45ACBC25-D423-4DCA-94EA-257A6655DDEA}" dt="2024-11-14T16:21:07.894" v="903" actId="14100"/>
          <ac:picMkLst>
            <pc:docMk/>
            <pc:sldMk cId="1407811282" sldId="286"/>
            <ac:picMk id="8" creationId="{87016D20-62BA-F5EA-31AA-83BA85C5598A}"/>
          </ac:picMkLst>
        </pc:picChg>
      </pc:sldChg>
      <pc:sldChg chg="modSp mod modAnim">
        <pc:chgData name="Paullo Estevam" userId="6a7db5c51fb4b330" providerId="LiveId" clId="{45ACBC25-D423-4DCA-94EA-257A6655DDEA}" dt="2024-11-14T16:27:07.443" v="983"/>
        <pc:sldMkLst>
          <pc:docMk/>
          <pc:sldMk cId="1223052657" sldId="289"/>
        </pc:sldMkLst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23052657" sldId="289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1223052657" sldId="289"/>
            <ac:spMk id="3" creationId="{6EE63A37-CC2E-BB72-1EB3-DDD9E9297504}"/>
          </ac:spMkLst>
        </pc:spChg>
        <pc:picChg chg="mod">
          <ac:chgData name="Paullo Estevam" userId="6a7db5c51fb4b330" providerId="LiveId" clId="{45ACBC25-D423-4DCA-94EA-257A6655DDEA}" dt="2024-11-14T15:29:39.737" v="710" actId="1076"/>
          <ac:picMkLst>
            <pc:docMk/>
            <pc:sldMk cId="1223052657" sldId="289"/>
            <ac:picMk id="3074" creationId="{7E476D77-8B6D-896A-7F16-CA9549D706C2}"/>
          </ac:picMkLst>
        </pc:picChg>
      </pc:sldChg>
      <pc:sldChg chg="modSp mod ord">
        <pc:chgData name="Paullo Estevam" userId="6a7db5c51fb4b330" providerId="LiveId" clId="{45ACBC25-D423-4DCA-94EA-257A6655DDEA}" dt="2024-11-14T14:44:45.257" v="646" actId="6549"/>
        <pc:sldMkLst>
          <pc:docMk/>
          <pc:sldMk cId="2254859679" sldId="291"/>
        </pc:sldMkLst>
        <pc:spChg chg="mod">
          <ac:chgData name="Paullo Estevam" userId="6a7db5c51fb4b330" providerId="LiveId" clId="{45ACBC25-D423-4DCA-94EA-257A6655DDEA}" dt="2024-11-13T12:26:58.553" v="549" actId="207"/>
          <ac:spMkLst>
            <pc:docMk/>
            <pc:sldMk cId="2254859679" sldId="291"/>
            <ac:spMk id="2" creationId="{085950A0-6591-76A8-7816-E6801AAB4904}"/>
          </ac:spMkLst>
        </pc:spChg>
        <pc:spChg chg="mod">
          <ac:chgData name="Paullo Estevam" userId="6a7db5c51fb4b330" providerId="LiveId" clId="{45ACBC25-D423-4DCA-94EA-257A6655DDEA}" dt="2024-11-13T12:27:06.336" v="577"/>
          <ac:spMkLst>
            <pc:docMk/>
            <pc:sldMk cId="2254859679" sldId="291"/>
            <ac:spMk id="3" creationId="{6EE63A37-CC2E-BB72-1EB3-DDD9E9297504}"/>
          </ac:spMkLst>
        </pc:spChg>
        <pc:spChg chg="mod">
          <ac:chgData name="Paullo Estevam" userId="6a7db5c51fb4b330" providerId="LiveId" clId="{45ACBC25-D423-4DCA-94EA-257A6655DDEA}" dt="2024-11-14T14:44:45.257" v="646" actId="6549"/>
          <ac:spMkLst>
            <pc:docMk/>
            <pc:sldMk cId="2254859679" sldId="291"/>
            <ac:spMk id="7" creationId="{CF19173B-E839-9A30-A6CD-DC2C41C39078}"/>
          </ac:spMkLst>
        </pc:spChg>
        <pc:picChg chg="mod">
          <ac:chgData name="Paullo Estevam" userId="6a7db5c51fb4b330" providerId="LiveId" clId="{45ACBC25-D423-4DCA-94EA-257A6655DDEA}" dt="2024-11-13T12:13:15.545" v="324" actId="1038"/>
          <ac:picMkLst>
            <pc:docMk/>
            <pc:sldMk cId="2254859679" sldId="291"/>
            <ac:picMk id="2050" creationId="{401EA0B4-B948-9CD8-C875-CC6AFD5D0E67}"/>
          </ac:picMkLst>
        </pc:picChg>
        <pc:picChg chg="mod">
          <ac:chgData name="Paullo Estevam" userId="6a7db5c51fb4b330" providerId="LiveId" clId="{45ACBC25-D423-4DCA-94EA-257A6655DDEA}" dt="2024-11-13T12:13:15.545" v="324" actId="1038"/>
          <ac:picMkLst>
            <pc:docMk/>
            <pc:sldMk cId="2254859679" sldId="291"/>
            <ac:picMk id="2056" creationId="{8384B2E6-E0C9-FA33-8D15-CA7533405733}"/>
          </ac:picMkLst>
        </pc:picChg>
        <pc:picChg chg="mod">
          <ac:chgData name="Paullo Estevam" userId="6a7db5c51fb4b330" providerId="LiveId" clId="{45ACBC25-D423-4DCA-94EA-257A6655DDEA}" dt="2024-11-13T12:13:15.545" v="324" actId="1038"/>
          <ac:picMkLst>
            <pc:docMk/>
            <pc:sldMk cId="2254859679" sldId="291"/>
            <ac:picMk id="2058" creationId="{4872EE2D-EBDC-6627-9CAE-57E1D067ED0E}"/>
          </ac:picMkLst>
        </pc:picChg>
      </pc:sldChg>
    </pc:docChg>
  </pc:docChgLst>
  <pc:docChgLst>
    <pc:chgData name="Paullo Estevam" userId="6a7db5c51fb4b330" providerId="LiveId" clId="{9B366D1B-2188-42BD-90A9-56F4B0707587}"/>
    <pc:docChg chg="custSel addSld delSld modSld">
      <pc:chgData name="Paullo Estevam" userId="6a7db5c51fb4b330" providerId="LiveId" clId="{9B366D1B-2188-42BD-90A9-56F4B0707587}" dt="2024-06-19T02:35:56.700" v="17" actId="21"/>
      <pc:docMkLst>
        <pc:docMk/>
      </pc:docMkLst>
      <pc:sldChg chg="modSp mod">
        <pc:chgData name="Paullo Estevam" userId="6a7db5c51fb4b330" providerId="LiveId" clId="{9B366D1B-2188-42BD-90A9-56F4B0707587}" dt="2024-06-19T02:35:56.700" v="17" actId="21"/>
        <pc:sldMkLst>
          <pc:docMk/>
          <pc:sldMk cId="1290119849" sldId="261"/>
        </pc:sldMkLst>
        <pc:spChg chg="mod">
          <ac:chgData name="Paullo Estevam" userId="6a7db5c51fb4b330" providerId="LiveId" clId="{9B366D1B-2188-42BD-90A9-56F4B0707587}" dt="2024-06-19T02:35:56.700" v="17" actId="21"/>
          <ac:spMkLst>
            <pc:docMk/>
            <pc:sldMk cId="1290119849" sldId="261"/>
            <ac:spMk id="4" creationId="{502A25B4-F6DD-3B9B-FD1D-7E82E9521C7F}"/>
          </ac:spMkLst>
        </pc:spChg>
      </pc:sldChg>
      <pc:sldChg chg="delSp modSp mod">
        <pc:chgData name="Paullo Estevam" userId="6a7db5c51fb4b330" providerId="LiveId" clId="{9B366D1B-2188-42BD-90A9-56F4B0707587}" dt="2024-06-19T02:33:09.986" v="13" actId="21"/>
        <pc:sldMkLst>
          <pc:docMk/>
          <pc:sldMk cId="1445619718" sldId="277"/>
        </pc:sldMkLst>
        <pc:picChg chg="del mod">
          <ac:chgData name="Paullo Estevam" userId="6a7db5c51fb4b330" providerId="LiveId" clId="{9B366D1B-2188-42BD-90A9-56F4B0707587}" dt="2024-06-19T02:33:09.986" v="13" actId="21"/>
          <ac:picMkLst>
            <pc:docMk/>
            <pc:sldMk cId="1445619718" sldId="277"/>
            <ac:picMk id="9" creationId="{A5B5A855-9338-C4D7-D523-598B08627AF9}"/>
          </ac:picMkLst>
        </pc:picChg>
        <pc:picChg chg="del">
          <ac:chgData name="Paullo Estevam" userId="6a7db5c51fb4b330" providerId="LiveId" clId="{9B366D1B-2188-42BD-90A9-56F4B0707587}" dt="2024-06-19T02:33:03.289" v="11" actId="21"/>
          <ac:picMkLst>
            <pc:docMk/>
            <pc:sldMk cId="1445619718" sldId="277"/>
            <ac:picMk id="11" creationId="{A7EC2EA1-DF96-DBA8-44E8-B43D8A193314}"/>
          </ac:picMkLst>
        </pc:picChg>
      </pc:sldChg>
      <pc:sldChg chg="modSp mod">
        <pc:chgData name="Paullo Estevam" userId="6a7db5c51fb4b330" providerId="LiveId" clId="{9B366D1B-2188-42BD-90A9-56F4B0707587}" dt="2024-06-19T02:35:16.499" v="15" actId="404"/>
        <pc:sldMkLst>
          <pc:docMk/>
          <pc:sldMk cId="1407811282" sldId="286"/>
        </pc:sldMkLst>
        <pc:spChg chg="mod">
          <ac:chgData name="Paullo Estevam" userId="6a7db5c51fb4b330" providerId="LiveId" clId="{9B366D1B-2188-42BD-90A9-56F4B0707587}" dt="2024-06-19T02:35:16.499" v="15" actId="404"/>
          <ac:spMkLst>
            <pc:docMk/>
            <pc:sldMk cId="1407811282" sldId="286"/>
            <ac:spMk id="2" creationId="{5F903F5C-8A85-AEF1-9225-93EEC4561965}"/>
          </ac:spMkLst>
        </pc:spChg>
      </pc:sldChg>
      <pc:sldChg chg="delSp modSp add del mod">
        <pc:chgData name="Paullo Estevam" userId="6a7db5c51fb4b330" providerId="LiveId" clId="{9B366D1B-2188-42BD-90A9-56F4B0707587}" dt="2024-06-19T02:32:56.881" v="10" actId="2696"/>
        <pc:sldMkLst>
          <pc:docMk/>
          <pc:sldMk cId="4089819982" sldId="292"/>
        </pc:sldMkLst>
        <pc:picChg chg="mod">
          <ac:chgData name="Paullo Estevam" userId="6a7db5c51fb4b330" providerId="LiveId" clId="{9B366D1B-2188-42BD-90A9-56F4B0707587}" dt="2024-06-19T02:32:37.257" v="7" actId="1076"/>
          <ac:picMkLst>
            <pc:docMk/>
            <pc:sldMk cId="4089819982" sldId="292"/>
            <ac:picMk id="9" creationId="{A5B5A855-9338-C4D7-D523-598B08627AF9}"/>
          </ac:picMkLst>
        </pc:picChg>
        <pc:picChg chg="mod">
          <ac:chgData name="Paullo Estevam" userId="6a7db5c51fb4b330" providerId="LiveId" clId="{9B366D1B-2188-42BD-90A9-56F4B0707587}" dt="2024-06-19T02:32:42.176" v="9" actId="14100"/>
          <ac:picMkLst>
            <pc:docMk/>
            <pc:sldMk cId="4089819982" sldId="292"/>
            <ac:picMk id="11" creationId="{A7EC2EA1-DF96-DBA8-44E8-B43D8A193314}"/>
          </ac:picMkLst>
        </pc:picChg>
        <pc:picChg chg="del">
          <ac:chgData name="Paullo Estevam" userId="6a7db5c51fb4b330" providerId="LiveId" clId="{9B366D1B-2188-42BD-90A9-56F4B0707587}" dt="2024-06-19T02:32:23.352" v="1" actId="478"/>
          <ac:picMkLst>
            <pc:docMk/>
            <pc:sldMk cId="4089819982" sldId="292"/>
            <ac:picMk id="1026" creationId="{751406B4-BDFB-2221-A4B4-ED98D2ED234D}"/>
          </ac:picMkLst>
        </pc:picChg>
      </pc:sldChg>
    </pc:docChg>
  </pc:docChgLst>
  <pc:docChgLst>
    <pc:chgData name="Paullo Estevam" userId="6a7db5c51fb4b330" providerId="LiveId" clId="{00BCF662-E2EB-49CE-80E6-822850064A1C}"/>
    <pc:docChg chg="addSld modSld sldOrd">
      <pc:chgData name="Paullo Estevam" userId="6a7db5c51fb4b330" providerId="LiveId" clId="{00BCF662-E2EB-49CE-80E6-822850064A1C}" dt="2024-04-22T00:22:43.690" v="127" actId="20577"/>
      <pc:docMkLst>
        <pc:docMk/>
      </pc:docMkLst>
      <pc:sldChg chg="addSp delSp modSp delDesignElem">
        <pc:chgData name="Paullo Estevam" userId="6a7db5c51fb4b330" providerId="LiveId" clId="{00BCF662-E2EB-49CE-80E6-822850064A1C}" dt="2024-04-22T00:11:11.375" v="126"/>
        <pc:sldMkLst>
          <pc:docMk/>
          <pc:sldMk cId="938926697" sldId="256"/>
        </pc:sldMkLst>
        <pc:spChg chg="del">
          <ac:chgData name="Paullo Estevam" userId="6a7db5c51fb4b330" providerId="LiveId" clId="{00BCF662-E2EB-49CE-80E6-822850064A1C}" dt="2024-04-21T23:14:01.462" v="66"/>
          <ac:spMkLst>
            <pc:docMk/>
            <pc:sldMk cId="938926697" sldId="256"/>
            <ac:spMk id="4" creationId="{6ED71E78-DD1A-F662-6F12-61D2EB486E90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938926697" sldId="256"/>
            <ac:spMk id="5" creationId="{441873BE-7D4C-4604-E7E3-95B43C1BAD0B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097" creationId="{3DAC0C92-199E-475C-9390-119A9B027276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099" creationId="{C4CFB339-0ED8-4FE2-9EF1-6D1375B8499B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1" creationId="{31896C80-2069-4431-9C19-83B913734490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3" creationId="{BF120A21-0841-4823-B0C4-28AEBCEF9B78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5" creationId="{DBB05BAE-BBD3-4289-899F-A6851503C6B0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07" creationId="{9874D11C-36F5-4BBE-A490-019A54E953B0}"/>
          </ac:spMkLst>
        </pc:spChg>
        <pc:spChg chg="del">
          <ac:chgData name="Paullo Estevam" userId="6a7db5c51fb4b330" providerId="LiveId" clId="{00BCF662-E2EB-49CE-80E6-822850064A1C}" dt="2024-04-22T00:10:08.294" v="117"/>
          <ac:spMkLst>
            <pc:docMk/>
            <pc:sldMk cId="938926697" sldId="256"/>
            <ac:spMk id="3111" creationId="{3F088236-D655-4F88-B238-E16762358025}"/>
          </ac:spMkLst>
        </pc:spChg>
        <pc:grpChg chg="del">
          <ac:chgData name="Paullo Estevam" userId="6a7db5c51fb4b330" providerId="LiveId" clId="{00BCF662-E2EB-49CE-80E6-822850064A1C}" dt="2024-04-22T00:10:08.294" v="117"/>
          <ac:grpSpMkLst>
            <pc:docMk/>
            <pc:sldMk cId="938926697" sldId="256"/>
            <ac:grpSpMk id="3098" creationId="{10BE40E3-5550-4CDD-B4FD-387C33EBF157}"/>
          </ac:grpSpMkLst>
        </pc:grpChg>
        <pc:picChg chg="add">
          <ac:chgData name="Paullo Estevam" userId="6a7db5c51fb4b330" providerId="LiveId" clId="{00BCF662-E2EB-49CE-80E6-822850064A1C}" dt="2024-04-22T00:00:16.944" v="113"/>
          <ac:picMkLst>
            <pc:docMk/>
            <pc:sldMk cId="938926697" sldId="256"/>
            <ac:picMk id="3074" creationId="{8BB8753C-591A-7F89-F86E-683972DA484A}"/>
          </ac:picMkLst>
        </pc:picChg>
        <pc:cxnChg chg="del">
          <ac:chgData name="Paullo Estevam" userId="6a7db5c51fb4b330" providerId="LiveId" clId="{00BCF662-E2EB-49CE-80E6-822850064A1C}" dt="2024-04-22T00:10:08.294" v="117"/>
          <ac:cxnSpMkLst>
            <pc:docMk/>
            <pc:sldMk cId="938926697" sldId="256"/>
            <ac:cxnSpMk id="3109" creationId="{64FA5DFF-7FE6-4855-84E6-DFA78EE978BD}"/>
          </ac:cxnSpMkLst>
        </pc:cxnChg>
        <pc:cxnChg chg="del">
          <ac:chgData name="Paullo Estevam" userId="6a7db5c51fb4b330" providerId="LiveId" clId="{00BCF662-E2EB-49CE-80E6-822850064A1C}" dt="2024-04-22T00:10:08.294" v="117"/>
          <ac:cxnSpMkLst>
            <pc:docMk/>
            <pc:sldMk cId="938926697" sldId="256"/>
            <ac:cxnSpMk id="3110" creationId="{2AFD8CBA-54A3-4363-991B-B9C631BBFA74}"/>
          </ac:cxnSpMkLst>
        </pc:cxn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133713478" sldId="258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133713478" sldId="258"/>
            <ac:spMk id="3" creationId="{CB326C37-8BAD-F56F-BAE0-A88130796566}"/>
          </ac:spMkLst>
        </pc:spChg>
      </pc:sldChg>
      <pc:sldChg chg="addSp delSp modSp">
        <pc:chgData name="Paullo Estevam" userId="6a7db5c51fb4b330" providerId="LiveId" clId="{00BCF662-E2EB-49CE-80E6-822850064A1C}" dt="2024-04-22T00:11:11.375" v="126"/>
        <pc:sldMkLst>
          <pc:docMk/>
          <pc:sldMk cId="2586518911" sldId="259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586518911" sldId="259"/>
            <ac:spMk id="5" creationId="{10734E7F-9300-A82F-A18C-4FF721A26891}"/>
          </ac:spMkLst>
        </pc:spChg>
        <pc:picChg chg="add del mod">
          <ac:chgData name="Paullo Estevam" userId="6a7db5c51fb4b330" providerId="LiveId" clId="{00BCF662-E2EB-49CE-80E6-822850064A1C}" dt="2024-04-21T22:17:09.497" v="39" actId="478"/>
          <ac:picMkLst>
            <pc:docMk/>
            <pc:sldMk cId="2586518911" sldId="259"/>
            <ac:picMk id="4" creationId="{2C678445-2A66-2713-C763-3B3272A8319D}"/>
          </ac:picMkLst>
        </pc:picChg>
      </pc:sldChg>
      <pc:sldChg chg="addSp delSp modSp ord delDesignElem">
        <pc:chgData name="Paullo Estevam" userId="6a7db5c51fb4b330" providerId="LiveId" clId="{00BCF662-E2EB-49CE-80E6-822850064A1C}" dt="2024-04-22T00:11:11.375" v="126"/>
        <pc:sldMkLst>
          <pc:docMk/>
          <pc:sldMk cId="1290119849" sldId="261"/>
        </pc:sldMkLst>
        <pc:spChg chg="add mod">
          <ac:chgData name="Paullo Estevam" userId="6a7db5c51fb4b330" providerId="LiveId" clId="{00BCF662-E2EB-49CE-80E6-822850064A1C}" dt="2024-04-21T21:40:35.555" v="16" actId="164"/>
          <ac:spMkLst>
            <pc:docMk/>
            <pc:sldMk cId="1290119849" sldId="261"/>
            <ac:spMk id="4" creationId="{502A25B4-F6DD-3B9B-FD1D-7E82E9521C7F}"/>
          </ac:spMkLst>
        </pc:spChg>
        <pc:spChg chg="add mod">
          <ac:chgData name="Paullo Estevam" userId="6a7db5c51fb4b330" providerId="LiveId" clId="{00BCF662-E2EB-49CE-80E6-822850064A1C}" dt="2024-04-21T21:40:35.555" v="16" actId="164"/>
          <ac:spMkLst>
            <pc:docMk/>
            <pc:sldMk cId="1290119849" sldId="261"/>
            <ac:spMk id="5" creationId="{B8167C71-DF58-18FA-D839-703CFD944E85}"/>
          </ac:spMkLst>
        </pc:spChg>
        <pc:spChg chg="add mod">
          <ac:chgData name="Paullo Estevam" userId="6a7db5c51fb4b330" providerId="LiveId" clId="{00BCF662-E2EB-49CE-80E6-822850064A1C}" dt="2024-04-21T21:40:35.555" v="16" actId="164"/>
          <ac:spMkLst>
            <pc:docMk/>
            <pc:sldMk cId="1290119849" sldId="261"/>
            <ac:spMk id="7" creationId="{A1ED34AA-8F8C-2D88-E888-275F210E973F}"/>
          </ac:spMkLst>
        </pc:spChg>
        <pc:spChg chg="add mod">
          <ac:chgData name="Paullo Estevam" userId="6a7db5c51fb4b330" providerId="LiveId" clId="{00BCF662-E2EB-49CE-80E6-822850064A1C}" dt="2024-04-22T00:11:11.375" v="126"/>
          <ac:spMkLst>
            <pc:docMk/>
            <pc:sldMk cId="1290119849" sldId="261"/>
            <ac:spMk id="9" creationId="{69B403F6-B552-0C2F-CA9E-9B2C09874272}"/>
          </ac:spMkLst>
        </pc:spChg>
        <pc:spChg chg="add mod">
          <ac:chgData name="Paullo Estevam" userId="6a7db5c51fb4b330" providerId="LiveId" clId="{00BCF662-E2EB-49CE-80E6-822850064A1C}" dt="2024-04-21T23:41:18.128" v="110"/>
          <ac:spMkLst>
            <pc:docMk/>
            <pc:sldMk cId="1290119849" sldId="261"/>
            <ac:spMk id="13" creationId="{BB6DF9C4-A96F-765C-7A98-B739446CEDF0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290119849" sldId="261"/>
            <ac:spMk id="14" creationId="{74226683-807A-6A8E-714E-44358A751DFA}"/>
          </ac:spMkLst>
        </pc:spChg>
        <pc:grpChg chg="add mod">
          <ac:chgData name="Paullo Estevam" userId="6a7db5c51fb4b330" providerId="LiveId" clId="{00BCF662-E2EB-49CE-80E6-822850064A1C}" dt="2024-04-21T22:47:04.844" v="53" actId="164"/>
          <ac:grpSpMkLst>
            <pc:docMk/>
            <pc:sldMk cId="1290119849" sldId="261"/>
            <ac:grpSpMk id="8" creationId="{9AEC4DD2-3721-C838-53E7-A50E9F3A3CFA}"/>
          </ac:grpSpMkLst>
        </pc:grpChg>
        <pc:grpChg chg="add mod">
          <ac:chgData name="Paullo Estevam" userId="6a7db5c51fb4b330" providerId="LiveId" clId="{00BCF662-E2EB-49CE-80E6-822850064A1C}" dt="2024-04-21T22:47:04.844" v="53" actId="164"/>
          <ac:grpSpMkLst>
            <pc:docMk/>
            <pc:sldMk cId="1290119849" sldId="261"/>
            <ac:grpSpMk id="12" creationId="{A305E435-13BE-B070-9CCB-34AD7A32AE5C}"/>
          </ac:grpSpMkLst>
        </pc:grpChg>
        <pc:grpChg chg="del">
          <ac:chgData name="Paullo Estevam" userId="6a7db5c51fb4b330" providerId="LiveId" clId="{00BCF662-E2EB-49CE-80E6-822850064A1C}" dt="2024-04-22T00:10:08.294" v="117"/>
          <ac:grpSpMkLst>
            <pc:docMk/>
            <pc:sldMk cId="1290119849" sldId="261"/>
            <ac:grpSpMk id="1112" creationId="{609316A9-990D-4EC3-A671-70EE5C1493A4}"/>
          </ac:grpSpMkLst>
        </pc:grpChg>
        <pc:picChg chg="add mod">
          <ac:chgData name="Paullo Estevam" userId="6a7db5c51fb4b330" providerId="LiveId" clId="{00BCF662-E2EB-49CE-80E6-822850064A1C}" dt="2024-04-21T21:40:35.555" v="16" actId="164"/>
          <ac:picMkLst>
            <pc:docMk/>
            <pc:sldMk cId="1290119849" sldId="261"/>
            <ac:picMk id="3" creationId="{689B443F-4A2B-6B3B-0AFE-03404F58AAA2}"/>
          </ac:picMkLst>
        </pc:picChg>
        <pc:picChg chg="add del mod">
          <ac:chgData name="Paullo Estevam" userId="6a7db5c51fb4b330" providerId="LiveId" clId="{00BCF662-E2EB-49CE-80E6-822850064A1C}" dt="2024-04-21T21:33:55.910" v="8" actId="478"/>
          <ac:picMkLst>
            <pc:docMk/>
            <pc:sldMk cId="1290119849" sldId="261"/>
            <ac:picMk id="1026" creationId="{6D2097EE-15D0-2618-D77C-E3ECC5A65863}"/>
          </ac:picMkLst>
        </pc:picChg>
        <pc:cxnChg chg="mod">
          <ac:chgData name="Paullo Estevam" userId="6a7db5c51fb4b330" providerId="LiveId" clId="{00BCF662-E2EB-49CE-80E6-822850064A1C}" dt="2024-04-21T22:47:04.844" v="53" actId="164"/>
          <ac:cxnSpMkLst>
            <pc:docMk/>
            <pc:sldMk cId="1290119849" sldId="261"/>
            <ac:cxnSpMk id="11" creationId="{CE3CB205-64CB-731A-7A66-B893B26FD9BC}"/>
          </ac:cxnSpMkLst>
        </pc:cxn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48001568" sldId="264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48001568" sldId="264"/>
            <ac:spMk id="4" creationId="{750680BF-2187-EE2C-5320-40BE7FA36E37}"/>
          </ac:spMkLst>
        </pc:spChg>
        <pc:picChg chg="mod">
          <ac:chgData name="Paullo Estevam" userId="6a7db5c51fb4b330" providerId="LiveId" clId="{00BCF662-E2EB-49CE-80E6-822850064A1C}" dt="2024-04-22T00:01:31.411" v="114" actId="1076"/>
          <ac:picMkLst>
            <pc:docMk/>
            <pc:sldMk cId="348001568" sldId="264"/>
            <ac:picMk id="1032" creationId="{AF6CDF13-6831-009D-7AF6-0CEEA8ED4984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448388216" sldId="265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48388216" sldId="265"/>
            <ac:spMk id="4" creationId="{EFCBDF70-AFAB-31D6-F5FF-B5D72790C2F5}"/>
          </ac:spMkLst>
        </pc:spChg>
        <pc:picChg chg="mod">
          <ac:chgData name="Paullo Estevam" userId="6a7db5c51fb4b330" providerId="LiveId" clId="{00BCF662-E2EB-49CE-80E6-822850064A1C}" dt="2024-04-21T21:08:14.205" v="1" actId="1076"/>
          <ac:picMkLst>
            <pc:docMk/>
            <pc:sldMk cId="448388216" sldId="265"/>
            <ac:picMk id="4098" creationId="{9AD96DA3-F2CD-63E8-3AB6-EF416A7D5C2E}"/>
          </ac:picMkLst>
        </pc:picChg>
        <pc:picChg chg="mod">
          <ac:chgData name="Paullo Estevam" userId="6a7db5c51fb4b330" providerId="LiveId" clId="{00BCF662-E2EB-49CE-80E6-822850064A1C}" dt="2024-04-21T21:08:12.632" v="0" actId="1076"/>
          <ac:picMkLst>
            <pc:docMk/>
            <pc:sldMk cId="448388216" sldId="265"/>
            <ac:picMk id="5122" creationId="{4EF6CA69-8BBD-A771-1F64-EB6C834BAB06}"/>
          </ac:picMkLst>
        </pc:picChg>
      </pc:sldChg>
      <pc:sldChg chg="addSp delSp modSp">
        <pc:chgData name="Paullo Estevam" userId="6a7db5c51fb4b330" providerId="LiveId" clId="{00BCF662-E2EB-49CE-80E6-822850064A1C}" dt="2024-04-22T00:11:11.375" v="126"/>
        <pc:sldMkLst>
          <pc:docMk/>
          <pc:sldMk cId="199460944" sldId="268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99460944" sldId="268"/>
            <ac:spMk id="2" creationId="{6E09E8E7-BB32-27F7-697B-97FE1BD2AF54}"/>
          </ac:spMkLst>
        </pc:spChg>
        <pc:spChg chg="add mod">
          <ac:chgData name="Paullo Estevam" userId="6a7db5c51fb4b330" providerId="LiveId" clId="{00BCF662-E2EB-49CE-80E6-822850064A1C}" dt="2024-04-21T22:58:12.651" v="59"/>
          <ac:spMkLst>
            <pc:docMk/>
            <pc:sldMk cId="199460944" sldId="268"/>
            <ac:spMk id="3" creationId="{10D55773-F35B-3266-B0E5-AB376A5EEBED}"/>
          </ac:spMkLst>
        </pc:spChg>
        <pc:spChg chg="add mod">
          <ac:chgData name="Paullo Estevam" userId="6a7db5c51fb4b330" providerId="LiveId" clId="{00BCF662-E2EB-49CE-80E6-822850064A1C}" dt="2024-04-21T22:58:34.914" v="60"/>
          <ac:spMkLst>
            <pc:docMk/>
            <pc:sldMk cId="199460944" sldId="268"/>
            <ac:spMk id="5" creationId="{85D45D19-64F2-8898-7BAE-6B8689B3DBCE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99460944" sldId="268"/>
            <ac:spMk id="6" creationId="{9ECFE08B-C905-95FB-5C61-1579F1AC8936}"/>
          </ac:spMkLst>
        </pc:spChg>
        <pc:picChg chg="del">
          <ac:chgData name="Paullo Estevam" userId="6a7db5c51fb4b330" providerId="LiveId" clId="{00BCF662-E2EB-49CE-80E6-822850064A1C}" dt="2024-04-21T22:58:07.743" v="58" actId="478"/>
          <ac:picMkLst>
            <pc:docMk/>
            <pc:sldMk cId="199460944" sldId="268"/>
            <ac:picMk id="4098" creationId="{5598F187-8160-BE41-E44D-960D16A7AC2A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593632650" sldId="270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593632650" sldId="270"/>
            <ac:spMk id="2" creationId="{3D7AE722-8B1E-C879-2D89-0A4EE97CD3BF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593632650" sldId="270"/>
            <ac:spMk id="3" creationId="{33DA1F59-7C60-42BE-5A08-4A08E2AA63B0}"/>
          </ac:spMkLst>
        </pc:spChg>
        <pc:picChg chg="mod">
          <ac:chgData name="Paullo Estevam" userId="6a7db5c51fb4b330" providerId="LiveId" clId="{00BCF662-E2EB-49CE-80E6-822850064A1C}" dt="2024-04-21T22:56:50.040" v="57" actId="14100"/>
          <ac:picMkLst>
            <pc:docMk/>
            <pc:sldMk cId="3593632650" sldId="270"/>
            <ac:picMk id="6148" creationId="{205CAC72-9AB7-A9BF-A1AE-459828B5CDE1}"/>
          </ac:picMkLst>
        </pc:picChg>
      </pc:sldChg>
      <pc:sldChg chg="addSp modSp modAnim">
        <pc:chgData name="Paullo Estevam" userId="6a7db5c51fb4b330" providerId="LiveId" clId="{00BCF662-E2EB-49CE-80E6-822850064A1C}" dt="2024-04-22T00:11:11.375" v="126"/>
        <pc:sldMkLst>
          <pc:docMk/>
          <pc:sldMk cId="657769478" sldId="271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657769478" sldId="271"/>
            <ac:spMk id="2" creationId="{F905F62B-33EC-CA77-F0A2-A008801DC61D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657769478" sldId="271"/>
            <ac:spMk id="26" creationId="{2294E588-4ACD-C8B1-C818-A2621DF2446A}"/>
          </ac:spMkLst>
        </pc:sp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4" creationId="{7C7F458B-C5E0-51C5-F2B4-83AD9E331DCC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7" creationId="{ED873A9C-2E84-9FF1-D682-E3C14602C0D8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9" creationId="{66729901-BAEB-45D5-1772-B04F132A828A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1" creationId="{2DFF6FE6-5FE6-61C6-B89A-5A71DFB4BDD9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3" creationId="{5552EC1A-9138-33BD-C915-6ADE98C4C87E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5" creationId="{092EFB88-C99D-51A7-1074-480416160BC4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7" creationId="{9220F4AB-2B91-E43F-87A7-FE9E42692FA1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19" creationId="{7AE27A82-9405-5228-3750-BAF6D097A844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21" creationId="{79D8E191-61A2-42DD-9488-F606924FF0D4}"/>
          </ac:picMkLst>
        </pc:picChg>
        <pc:picChg chg="add mod">
          <ac:chgData name="Paullo Estevam" userId="6a7db5c51fb4b330" providerId="LiveId" clId="{00BCF662-E2EB-49CE-80E6-822850064A1C}" dt="2024-04-21T23:21:47.316" v="87"/>
          <ac:picMkLst>
            <pc:docMk/>
            <pc:sldMk cId="657769478" sldId="271"/>
            <ac:picMk id="23" creationId="{7E73EFD1-1562-A8B0-9FD3-6D7F26757AE4}"/>
          </ac:picMkLst>
        </pc:picChg>
        <pc:picChg chg="add mod">
          <ac:chgData name="Paullo Estevam" userId="6a7db5c51fb4b330" providerId="LiveId" clId="{00BCF662-E2EB-49CE-80E6-822850064A1C}" dt="2024-04-21T23:23:04.975" v="88"/>
          <ac:picMkLst>
            <pc:docMk/>
            <pc:sldMk cId="657769478" sldId="271"/>
            <ac:picMk id="25" creationId="{CC6BD74C-8FF8-8764-72AF-DBAA1E32771E}"/>
          </ac:picMkLst>
        </pc:picChg>
      </pc:sldChg>
      <pc:sldChg chg="addSp modSp ord">
        <pc:chgData name="Paullo Estevam" userId="6a7db5c51fb4b330" providerId="LiveId" clId="{00BCF662-E2EB-49CE-80E6-822850064A1C}" dt="2024-04-22T00:11:11.375" v="126"/>
        <pc:sldMkLst>
          <pc:docMk/>
          <pc:sldMk cId="2283759418" sldId="273"/>
        </pc:sldMkLst>
        <pc:spChg chg="add mod">
          <ac:chgData name="Paullo Estevam" userId="6a7db5c51fb4b330" providerId="LiveId" clId="{00BCF662-E2EB-49CE-80E6-822850064A1C}" dt="2024-04-21T21:46:23.942" v="19" actId="767"/>
          <ac:spMkLst>
            <pc:docMk/>
            <pc:sldMk cId="2283759418" sldId="273"/>
            <ac:spMk id="2" creationId="{5F903F5C-8A85-AEF1-9225-93EEC4561965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283759418" sldId="273"/>
            <ac:spMk id="3" creationId="{3E936312-2EEB-25F8-886C-2C0C5EE79D21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2283759418" sldId="273"/>
            <ac:spMk id="6" creationId="{4088FCE8-CA56-7F79-4A27-F87BFB3432A1}"/>
          </ac:spMkLst>
        </pc:spChg>
      </pc:sldChg>
      <pc:sldChg chg="addSp modSp ord">
        <pc:chgData name="Paullo Estevam" userId="6a7db5c51fb4b330" providerId="LiveId" clId="{00BCF662-E2EB-49CE-80E6-822850064A1C}" dt="2024-04-22T00:11:11.375" v="126"/>
        <pc:sldMkLst>
          <pc:docMk/>
          <pc:sldMk cId="4111383003" sldId="274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111383003" sldId="274"/>
            <ac:spMk id="2" creationId="{6076EA05-7674-FAF4-1F71-4FD7C47B456A}"/>
          </ac:spMkLst>
        </pc:spChg>
        <pc:spChg chg="add mod">
          <ac:chgData name="Paullo Estevam" userId="6a7db5c51fb4b330" providerId="LiveId" clId="{00BCF662-E2EB-49CE-80E6-822850064A1C}" dt="2024-04-21T22:04:29.759" v="26"/>
          <ac:spMkLst>
            <pc:docMk/>
            <pc:sldMk cId="4111383003" sldId="274"/>
            <ac:spMk id="8" creationId="{43741212-F119-63B2-67F1-D5A2727143DB}"/>
          </ac:spMkLst>
        </pc:spChg>
        <pc:spChg chg="add mod">
          <ac:chgData name="Paullo Estevam" userId="6a7db5c51fb4b330" providerId="LiveId" clId="{00BCF662-E2EB-49CE-80E6-822850064A1C}" dt="2024-04-21T22:04:36.627" v="27"/>
          <ac:spMkLst>
            <pc:docMk/>
            <pc:sldMk cId="4111383003" sldId="274"/>
            <ac:spMk id="9" creationId="{893F3348-16A1-C36D-D68A-08EDC5335DFB}"/>
          </ac:spMkLst>
        </pc:spChg>
        <pc:spChg chg="add mod">
          <ac:chgData name="Paullo Estevam" userId="6a7db5c51fb4b330" providerId="LiveId" clId="{00BCF662-E2EB-49CE-80E6-822850064A1C}" dt="2024-04-21T22:04:36.627" v="27"/>
          <ac:spMkLst>
            <pc:docMk/>
            <pc:sldMk cId="4111383003" sldId="274"/>
            <ac:spMk id="10" creationId="{05E487D4-FDA5-4411-4E35-588A70BF37B1}"/>
          </ac:spMkLst>
        </pc:spChg>
        <pc:spChg chg="add mod">
          <ac:chgData name="Paullo Estevam" userId="6a7db5c51fb4b330" providerId="LiveId" clId="{00BCF662-E2EB-49CE-80E6-822850064A1C}" dt="2024-04-21T22:04:38.935" v="28"/>
          <ac:spMkLst>
            <pc:docMk/>
            <pc:sldMk cId="4111383003" sldId="274"/>
            <ac:spMk id="11" creationId="{BD6CA935-8BDB-21EB-0507-8913D8051EC2}"/>
          </ac:spMkLst>
        </pc:spChg>
        <pc:spChg chg="add mod">
          <ac:chgData name="Paullo Estevam" userId="6a7db5c51fb4b330" providerId="LiveId" clId="{00BCF662-E2EB-49CE-80E6-822850064A1C}" dt="2024-04-21T22:04:38.935" v="28"/>
          <ac:spMkLst>
            <pc:docMk/>
            <pc:sldMk cId="4111383003" sldId="274"/>
            <ac:spMk id="12" creationId="{4B40B2A9-645E-4802-96DD-558F5E88B0AA}"/>
          </ac:spMkLst>
        </pc:spChg>
        <pc:spChg chg="add mod">
          <ac:chgData name="Paullo Estevam" userId="6a7db5c51fb4b330" providerId="LiveId" clId="{00BCF662-E2EB-49CE-80E6-822850064A1C}" dt="2024-04-21T22:04:59.462" v="29"/>
          <ac:spMkLst>
            <pc:docMk/>
            <pc:sldMk cId="4111383003" sldId="274"/>
            <ac:spMk id="13" creationId="{FC17263E-C931-B729-503F-717F5A84C272}"/>
          </ac:spMkLst>
        </pc:spChg>
        <pc:spChg chg="add mod">
          <ac:chgData name="Paullo Estevam" userId="6a7db5c51fb4b330" providerId="LiveId" clId="{00BCF662-E2EB-49CE-80E6-822850064A1C}" dt="2024-04-21T22:04:59.462" v="29"/>
          <ac:spMkLst>
            <pc:docMk/>
            <pc:sldMk cId="4111383003" sldId="274"/>
            <ac:spMk id="14" creationId="{969BC03B-54F5-7EE2-6BD9-9CEB91292E79}"/>
          </ac:spMkLst>
        </pc:spChg>
        <pc:spChg chg="add mod">
          <ac:chgData name="Paullo Estevam" userId="6a7db5c51fb4b330" providerId="LiveId" clId="{00BCF662-E2EB-49CE-80E6-822850064A1C}" dt="2024-04-21T22:04:59.462" v="29"/>
          <ac:spMkLst>
            <pc:docMk/>
            <pc:sldMk cId="4111383003" sldId="274"/>
            <ac:spMk id="15" creationId="{6F26EA67-6C55-A976-B880-89659ABDFD7E}"/>
          </ac:spMkLst>
        </pc:spChg>
        <pc:spChg chg="add mod">
          <ac:chgData name="Paullo Estevam" userId="6a7db5c51fb4b330" providerId="LiveId" clId="{00BCF662-E2EB-49CE-80E6-822850064A1C}" dt="2024-04-21T22:06:14.223" v="30"/>
          <ac:spMkLst>
            <pc:docMk/>
            <pc:sldMk cId="4111383003" sldId="274"/>
            <ac:spMk id="17" creationId="{22A9DAF5-847E-0E1A-5EFF-F968093C8C14}"/>
          </ac:spMkLst>
        </pc:spChg>
        <pc:spChg chg="add mod">
          <ac:chgData name="Paullo Estevam" userId="6a7db5c51fb4b330" providerId="LiveId" clId="{00BCF662-E2EB-49CE-80E6-822850064A1C}" dt="2024-04-21T22:06:17.863" v="31"/>
          <ac:spMkLst>
            <pc:docMk/>
            <pc:sldMk cId="4111383003" sldId="274"/>
            <ac:spMk id="18" creationId="{36D20E13-0FE4-9E3D-C330-74B850E23B1C}"/>
          </ac:spMkLst>
        </pc:spChg>
        <pc:spChg chg="add mod">
          <ac:chgData name="Paullo Estevam" userId="6a7db5c51fb4b330" providerId="LiveId" clId="{00BCF662-E2EB-49CE-80E6-822850064A1C}" dt="2024-04-21T22:06:21.968" v="32"/>
          <ac:spMkLst>
            <pc:docMk/>
            <pc:sldMk cId="4111383003" sldId="274"/>
            <ac:spMk id="19" creationId="{6917CDE5-6B7A-5667-0E28-9E005C8F744C}"/>
          </ac:spMkLst>
        </pc:spChg>
        <pc:spChg chg="add mod">
          <ac:chgData name="Paullo Estevam" userId="6a7db5c51fb4b330" providerId="LiveId" clId="{00BCF662-E2EB-49CE-80E6-822850064A1C}" dt="2024-04-21T22:06:27.520" v="33"/>
          <ac:spMkLst>
            <pc:docMk/>
            <pc:sldMk cId="4111383003" sldId="274"/>
            <ac:spMk id="20" creationId="{E7B504C7-8EB8-B2D1-23F4-4E946724C358}"/>
          </ac:spMkLst>
        </pc:spChg>
        <pc:spChg chg="add mod">
          <ac:chgData name="Paullo Estevam" userId="6a7db5c51fb4b330" providerId="LiveId" clId="{00BCF662-E2EB-49CE-80E6-822850064A1C}" dt="2024-04-21T22:07:07.074" v="34"/>
          <ac:spMkLst>
            <pc:docMk/>
            <pc:sldMk cId="4111383003" sldId="274"/>
            <ac:spMk id="21" creationId="{619BD4D5-5D8C-5E61-7AD9-7FF5500F668C}"/>
          </ac:spMkLst>
        </pc:spChg>
        <pc:spChg chg="add mod">
          <ac:chgData name="Paullo Estevam" userId="6a7db5c51fb4b330" providerId="LiveId" clId="{00BCF662-E2EB-49CE-80E6-822850064A1C}" dt="2024-04-21T22:07:07.074" v="34"/>
          <ac:spMkLst>
            <pc:docMk/>
            <pc:sldMk cId="4111383003" sldId="274"/>
            <ac:spMk id="22" creationId="{B0C6CE43-7DB7-83FD-1860-9AB46D6A2C77}"/>
          </ac:spMkLst>
        </pc:spChg>
        <pc:spChg chg="add mod">
          <ac:chgData name="Paullo Estevam" userId="6a7db5c51fb4b330" providerId="LiveId" clId="{00BCF662-E2EB-49CE-80E6-822850064A1C}" dt="2024-04-21T22:07:07.074" v="34"/>
          <ac:spMkLst>
            <pc:docMk/>
            <pc:sldMk cId="4111383003" sldId="274"/>
            <ac:spMk id="23" creationId="{06F3C3EE-FBE8-2C76-2545-F9DF78551082}"/>
          </ac:spMkLst>
        </pc:spChg>
        <pc:spChg chg="add mod">
          <ac:chgData name="Paullo Estevam" userId="6a7db5c51fb4b330" providerId="LiveId" clId="{00BCF662-E2EB-49CE-80E6-822850064A1C}" dt="2024-04-21T23:39:58.307" v="109" actId="767"/>
          <ac:spMkLst>
            <pc:docMk/>
            <pc:sldMk cId="4111383003" sldId="274"/>
            <ac:spMk id="24" creationId="{0716161E-FE06-9F6B-6FC4-44027612711A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4111383003" sldId="274"/>
            <ac:spMk id="25" creationId="{B09AB94A-330F-C7A4-8D1E-392B4381E6E8}"/>
          </ac:spMkLst>
        </pc:spChg>
        <pc:picChg chg="add mod">
          <ac:chgData name="Paullo Estevam" userId="6a7db5c51fb4b330" providerId="LiveId" clId="{00BCF662-E2EB-49CE-80E6-822850064A1C}" dt="2024-04-21T22:02:54.963" v="24"/>
          <ac:picMkLst>
            <pc:docMk/>
            <pc:sldMk cId="4111383003" sldId="274"/>
            <ac:picMk id="4" creationId="{527BF068-1B61-90D5-6E83-01CC2C79BBC2}"/>
          </ac:picMkLst>
        </pc:picChg>
        <pc:picChg chg="add mod">
          <ac:chgData name="Paullo Estevam" userId="6a7db5c51fb4b330" providerId="LiveId" clId="{00BCF662-E2EB-49CE-80E6-822850064A1C}" dt="2024-04-21T22:04:09.659" v="25"/>
          <ac:picMkLst>
            <pc:docMk/>
            <pc:sldMk cId="4111383003" sldId="274"/>
            <ac:picMk id="6" creationId="{BFDBE700-29B6-39CC-C076-C54AA6123927}"/>
          </ac:picMkLst>
        </pc:picChg>
        <pc:picChg chg="mod">
          <ac:chgData name="Paullo Estevam" userId="6a7db5c51fb4b330" providerId="LiveId" clId="{00BCF662-E2EB-49CE-80E6-822850064A1C}" dt="2024-04-21T22:02:38.568" v="23" actId="1076"/>
          <ac:picMkLst>
            <pc:docMk/>
            <pc:sldMk cId="4111383003" sldId="274"/>
            <ac:picMk id="5124" creationId="{3C972C71-09BC-7CF0-C667-9005E251BCA3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3886277805" sldId="275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886277805" sldId="275"/>
            <ac:spMk id="2" creationId="{CD5CB25B-3669-798D-B901-3D02E2DBB366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886277805" sldId="275"/>
            <ac:spMk id="3" creationId="{6AB402E3-3F25-6CCD-4087-5189556DD41F}"/>
          </ac:spMkLst>
        </pc:spChg>
      </pc:sldChg>
      <pc:sldChg chg="addSp modSp ord">
        <pc:chgData name="Paullo Estevam" userId="6a7db5c51fb4b330" providerId="LiveId" clId="{00BCF662-E2EB-49CE-80E6-822850064A1C}" dt="2024-04-22T00:11:11.375" v="126"/>
        <pc:sldMkLst>
          <pc:docMk/>
          <pc:sldMk cId="3650863722" sldId="276"/>
        </pc:sldMkLst>
        <pc:spChg chg="add mod">
          <ac:chgData name="Paullo Estevam" userId="6a7db5c51fb4b330" providerId="LiveId" clId="{00BCF662-E2EB-49CE-80E6-822850064A1C}" dt="2024-04-21T22:49:24.474" v="54"/>
          <ac:spMkLst>
            <pc:docMk/>
            <pc:sldMk cId="3650863722" sldId="276"/>
            <ac:spMk id="3" creationId="{563E510D-DB19-945F-6C39-63208B678F3F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650863722" sldId="276"/>
            <ac:spMk id="4" creationId="{0D1ADBBE-255E-2E5C-66A3-24707294E213}"/>
          </ac:spMkLst>
        </pc:spChg>
        <pc:picChg chg="mod">
          <ac:chgData name="Paullo Estevam" userId="6a7db5c51fb4b330" providerId="LiveId" clId="{00BCF662-E2EB-49CE-80E6-822850064A1C}" dt="2024-04-22T00:11:11.375" v="126"/>
          <ac:picMkLst>
            <pc:docMk/>
            <pc:sldMk cId="3650863722" sldId="276"/>
            <ac:picMk id="8194" creationId="{AE880330-13D3-BF87-7287-844D4A11EF59}"/>
          </ac:picMkLst>
        </pc:picChg>
      </pc:sldChg>
      <pc:sldChg chg="modSp">
        <pc:chgData name="Paullo Estevam" userId="6a7db5c51fb4b330" providerId="LiveId" clId="{00BCF662-E2EB-49CE-80E6-822850064A1C}" dt="2024-04-22T00:11:11.375" v="126"/>
        <pc:sldMkLst>
          <pc:docMk/>
          <pc:sldMk cId="1445619718" sldId="277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445619718" sldId="277"/>
            <ac:spMk id="2" creationId="{9D473D39-BFAD-3E0C-EA67-0278A625C849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445619718" sldId="277"/>
            <ac:spMk id="5" creationId="{9A9A4B56-5585-4606-8C77-B9A48D136E82}"/>
          </ac:spMkLst>
        </pc:spChg>
      </pc:sldChg>
      <pc:sldChg chg="delSp modSp ord">
        <pc:chgData name="Paullo Estevam" userId="6a7db5c51fb4b330" providerId="LiveId" clId="{00BCF662-E2EB-49CE-80E6-822850064A1C}" dt="2024-04-22T00:11:11.375" v="126"/>
        <pc:sldMkLst>
          <pc:docMk/>
          <pc:sldMk cId="1841180361" sldId="278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841180361" sldId="278"/>
            <ac:spMk id="2" creationId="{085950A0-6591-76A8-7816-E6801AAB4904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841180361" sldId="278"/>
            <ac:spMk id="3" creationId="{6EE63A37-CC2E-BB72-1EB3-DDD9E9297504}"/>
          </ac:spMkLst>
        </pc:spChg>
        <pc:picChg chg="del mod">
          <ac:chgData name="Paullo Estevam" userId="6a7db5c51fb4b330" providerId="LiveId" clId="{00BCF662-E2EB-49CE-80E6-822850064A1C}" dt="2024-04-21T23:32:30.212" v="108" actId="478"/>
          <ac:picMkLst>
            <pc:docMk/>
            <pc:sldMk cId="1841180361" sldId="278"/>
            <ac:picMk id="4" creationId="{34D303A5-03D2-E1C5-2ACF-3E7079C2CF37}"/>
          </ac:picMkLst>
        </pc:picChg>
      </pc:sldChg>
      <pc:sldChg chg="addSp delSp modSp add setBg">
        <pc:chgData name="Paullo Estevam" userId="6a7db5c51fb4b330" providerId="LiveId" clId="{00BCF662-E2EB-49CE-80E6-822850064A1C}" dt="2024-04-22T00:11:11.375" v="126"/>
        <pc:sldMkLst>
          <pc:docMk/>
          <pc:sldMk cId="3088484630" sldId="279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088484630" sldId="279"/>
            <ac:spMk id="9" creationId="{69B403F6-B552-0C2F-CA9E-9B2C09874272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088484630" sldId="279"/>
            <ac:spMk id="10" creationId="{103587C7-FC6B-06C6-3BB7-3204BB9DDC1C}"/>
          </ac:spMkLst>
        </pc:spChg>
        <pc:grpChg chg="del">
          <ac:chgData name="Paullo Estevam" userId="6a7db5c51fb4b330" providerId="LiveId" clId="{00BCF662-E2EB-49CE-80E6-822850064A1C}" dt="2024-04-21T22:37:27.753" v="41"/>
          <ac:grpSpMkLst>
            <pc:docMk/>
            <pc:sldMk cId="3088484630" sldId="279"/>
            <ac:grpSpMk id="1112" creationId="{609316A9-990D-4EC3-A671-70EE5C1493A4}"/>
          </ac:grpSpMkLst>
        </pc:grpChg>
        <pc:picChg chg="add mod">
          <ac:chgData name="Paullo Estevam" userId="6a7db5c51fb4b330" providerId="LiveId" clId="{00BCF662-E2EB-49CE-80E6-822850064A1C}" dt="2024-04-21T22:39:17.524" v="46"/>
          <ac:picMkLst>
            <pc:docMk/>
            <pc:sldMk cId="3088484630" sldId="279"/>
            <ac:picMk id="6" creationId="{2EC72B73-3D42-7001-B30B-2C2B73B61341}"/>
          </ac:picMkLst>
        </pc:picChg>
        <pc:picChg chg="add mod">
          <ac:chgData name="Paullo Estevam" userId="6a7db5c51fb4b330" providerId="LiveId" clId="{00BCF662-E2EB-49CE-80E6-822850064A1C}" dt="2024-04-21T22:53:35.218" v="56" actId="1076"/>
          <ac:picMkLst>
            <pc:docMk/>
            <pc:sldMk cId="3088484630" sldId="279"/>
            <ac:picMk id="2050" creationId="{93DF4574-600B-197A-B3D8-7C251BA38612}"/>
          </ac:picMkLst>
        </pc:picChg>
      </pc:sldChg>
      <pc:sldChg chg="addSp modSp add">
        <pc:chgData name="Paullo Estevam" userId="6a7db5c51fb4b330" providerId="LiveId" clId="{00BCF662-E2EB-49CE-80E6-822850064A1C}" dt="2024-04-22T00:11:11.375" v="126"/>
        <pc:sldMkLst>
          <pc:docMk/>
          <pc:sldMk cId="1253586616" sldId="280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253586616" sldId="280"/>
            <ac:spMk id="9" creationId="{69B403F6-B552-0C2F-CA9E-9B2C09874272}"/>
          </ac:spMkLst>
        </pc:spChg>
        <pc:spChg chg="mod">
          <ac:chgData name="Paullo Estevam" userId="6a7db5c51fb4b330" providerId="LiveId" clId="{00BCF662-E2EB-49CE-80E6-822850064A1C}" dt="2024-04-21T22:44:18.497" v="52" actId="164"/>
          <ac:spMkLst>
            <pc:docMk/>
            <pc:sldMk cId="1253586616" sldId="280"/>
            <ac:spMk id="10" creationId="{46A115D4-0EFA-462D-0DB5-2E5B228B961E}"/>
          </ac:spMkLst>
        </pc:spChg>
        <pc:spChg chg="add mod">
          <ac:chgData name="Paullo Estevam" userId="6a7db5c51fb4b330" providerId="LiveId" clId="{00BCF662-E2EB-49CE-80E6-822850064A1C}" dt="2024-04-21T22:44:18.497" v="52" actId="164"/>
          <ac:spMkLst>
            <pc:docMk/>
            <pc:sldMk cId="1253586616" sldId="280"/>
            <ac:spMk id="12" creationId="{4A7A4D95-A3EB-8D61-2179-D45727EE322E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1253586616" sldId="280"/>
            <ac:spMk id="14" creationId="{4199D458-1630-2B7A-5CBD-8ECA151CC107}"/>
          </ac:spMkLst>
        </pc:spChg>
        <pc:grpChg chg="add mod">
          <ac:chgData name="Paullo Estevam" userId="6a7db5c51fb4b330" providerId="LiveId" clId="{00BCF662-E2EB-49CE-80E6-822850064A1C}" dt="2024-04-21T22:44:18.497" v="52" actId="164"/>
          <ac:grpSpMkLst>
            <pc:docMk/>
            <pc:sldMk cId="1253586616" sldId="280"/>
            <ac:grpSpMk id="13" creationId="{693C05B6-1B06-E617-7E93-304E0EFF3AE1}"/>
          </ac:grpSpMkLst>
        </pc:grpChg>
        <pc:picChg chg="add mod">
          <ac:chgData name="Paullo Estevam" userId="6a7db5c51fb4b330" providerId="LiveId" clId="{00BCF662-E2EB-49CE-80E6-822850064A1C}" dt="2024-04-21T22:41:10.847" v="48"/>
          <ac:picMkLst>
            <pc:docMk/>
            <pc:sldMk cId="1253586616" sldId="280"/>
            <ac:picMk id="3" creationId="{CD495E02-A9FD-DE94-B1E9-A5E49C2CE50B}"/>
          </ac:picMkLst>
        </pc:picChg>
        <pc:picChg chg="add mod">
          <ac:chgData name="Paullo Estevam" userId="6a7db5c51fb4b330" providerId="LiveId" clId="{00BCF662-E2EB-49CE-80E6-822850064A1C}" dt="2024-04-21T22:44:18.497" v="52" actId="164"/>
          <ac:picMkLst>
            <pc:docMk/>
            <pc:sldMk cId="1253586616" sldId="280"/>
            <ac:picMk id="5" creationId="{3122C642-3AB3-975E-2489-975E2B0D8DE9}"/>
          </ac:picMkLst>
        </pc:picChg>
        <pc:picChg chg="mod">
          <ac:chgData name="Paullo Estevam" userId="6a7db5c51fb4b330" providerId="LiveId" clId="{00BCF662-E2EB-49CE-80E6-822850064A1C}" dt="2024-04-21T22:42:12.692" v="49" actId="1076"/>
          <ac:picMkLst>
            <pc:docMk/>
            <pc:sldMk cId="1253586616" sldId="280"/>
            <ac:picMk id="2050" creationId="{93DF4574-600B-197A-B3D8-7C251BA38612}"/>
          </ac:picMkLst>
        </pc:picChg>
      </pc:sldChg>
      <pc:sldChg chg="addSp delSp modSp add mod">
        <pc:chgData name="Paullo Estevam" userId="6a7db5c51fb4b330" providerId="LiveId" clId="{00BCF662-E2EB-49CE-80E6-822850064A1C}" dt="2024-04-22T00:22:43.690" v="127" actId="20577"/>
        <pc:sldMkLst>
          <pc:docMk/>
          <pc:sldMk cId="3700189217" sldId="281"/>
        </pc:sldMkLst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700189217" sldId="281"/>
            <ac:spMk id="2" creationId="{BE317D3B-8442-5C50-5795-8B611FCAEB28}"/>
          </ac:spMkLst>
        </pc:spChg>
        <pc:spChg chg="add mod">
          <ac:chgData name="Paullo Estevam" userId="6a7db5c51fb4b330" providerId="LiveId" clId="{00BCF662-E2EB-49CE-80E6-822850064A1C}" dt="2024-04-22T00:22:43.690" v="127" actId="20577"/>
          <ac:spMkLst>
            <pc:docMk/>
            <pc:sldMk cId="3700189217" sldId="281"/>
            <ac:spMk id="4" creationId="{9FE13B5D-309E-B3D4-118C-6F3098F6815E}"/>
          </ac:spMkLst>
        </pc:spChg>
        <pc:spChg chg="add mod">
          <ac:chgData name="Paullo Estevam" userId="6a7db5c51fb4b330" providerId="LiveId" clId="{00BCF662-E2EB-49CE-80E6-822850064A1C}" dt="2024-04-21T23:07:13.856" v="65"/>
          <ac:spMkLst>
            <pc:docMk/>
            <pc:sldMk cId="3700189217" sldId="281"/>
            <ac:spMk id="5" creationId="{52CA97ED-D395-D07E-4ED5-7A53E60E74A8}"/>
          </ac:spMkLst>
        </pc:spChg>
        <pc:spChg chg="mod">
          <ac:chgData name="Paullo Estevam" userId="6a7db5c51fb4b330" providerId="LiveId" clId="{00BCF662-E2EB-49CE-80E6-822850064A1C}" dt="2024-04-22T00:11:11.375" v="126"/>
          <ac:spMkLst>
            <pc:docMk/>
            <pc:sldMk cId="3700189217" sldId="281"/>
            <ac:spMk id="6" creationId="{07E1B9AC-26D0-66BF-A9BE-AA9F23853D0D}"/>
          </ac:spMkLst>
        </pc:spChg>
        <pc:picChg chg="del">
          <ac:chgData name="Paullo Estevam" userId="6a7db5c51fb4b330" providerId="LiveId" clId="{00BCF662-E2EB-49CE-80E6-822850064A1C}" dt="2024-04-21T23:06:43.988" v="62" actId="478"/>
          <ac:picMkLst>
            <pc:docMk/>
            <pc:sldMk cId="3700189217" sldId="281"/>
            <ac:picMk id="4098" creationId="{9AD96DA3-F2CD-63E8-3AB6-EF416A7D5C2E}"/>
          </ac:picMkLst>
        </pc:picChg>
        <pc:picChg chg="del">
          <ac:chgData name="Paullo Estevam" userId="6a7db5c51fb4b330" providerId="LiveId" clId="{00BCF662-E2EB-49CE-80E6-822850064A1C}" dt="2024-04-21T23:06:44.607" v="63" actId="478"/>
          <ac:picMkLst>
            <pc:docMk/>
            <pc:sldMk cId="3700189217" sldId="281"/>
            <ac:picMk id="5122" creationId="{4EF6CA69-8BBD-A771-1F64-EB6C834BAB06}"/>
          </ac:picMkLst>
        </pc:picChg>
      </pc:sldChg>
      <pc:sldChg chg="addSp modSp ord modAnim">
        <pc:chgData name="Paullo Estevam" userId="6a7db5c51fb4b330" providerId="LiveId" clId="{00BCF662-E2EB-49CE-80E6-822850064A1C}" dt="2024-04-21T23:16:58.789" v="86"/>
        <pc:sldMkLst>
          <pc:docMk/>
          <pc:sldMk cId="1593370023" sldId="282"/>
        </pc:sldMkLst>
        <pc:picChg chg="add mod">
          <ac:chgData name="Paullo Estevam" userId="6a7db5c51fb4b330" providerId="LiveId" clId="{00BCF662-E2EB-49CE-80E6-822850064A1C}" dt="2024-04-21T23:15:26.415" v="68"/>
          <ac:picMkLst>
            <pc:docMk/>
            <pc:sldMk cId="1593370023" sldId="282"/>
            <ac:picMk id="3" creationId="{AB8CCD41-C9CC-DDCF-0A17-E0F69D82DF72}"/>
          </ac:picMkLst>
        </pc:picChg>
        <pc:picChg chg="add mod">
          <ac:chgData name="Paullo Estevam" userId="6a7db5c51fb4b330" providerId="LiveId" clId="{00BCF662-E2EB-49CE-80E6-822850064A1C}" dt="2024-04-21T23:15:29.358" v="69"/>
          <ac:picMkLst>
            <pc:docMk/>
            <pc:sldMk cId="1593370023" sldId="282"/>
            <ac:picMk id="4" creationId="{85C897EF-1DA9-ABB3-40B6-B8106BE1FEE8}"/>
          </ac:picMkLst>
        </pc:picChg>
      </pc:sldChg>
    </pc:docChg>
  </pc:docChgLst>
  <pc:docChgLst>
    <pc:chgData name="Evelinny Souza" userId="dd5d8b5dd0d20d2d" providerId="LiveId" clId="{B1A372FE-9C2C-4874-8CAE-DA080AF6C725}"/>
    <pc:docChg chg="undo custSel addSld delSld modSld sldOrd">
      <pc:chgData name="Evelinny Souza" userId="dd5d8b5dd0d20d2d" providerId="LiveId" clId="{B1A372FE-9C2C-4874-8CAE-DA080AF6C725}" dt="2024-04-22T01:29:54.001" v="1342" actId="20577"/>
      <pc:docMkLst>
        <pc:docMk/>
      </pc:docMkLst>
      <pc:sldChg chg="addSp modSp mod">
        <pc:chgData name="Evelinny Souza" userId="dd5d8b5dd0d20d2d" providerId="LiveId" clId="{B1A372FE-9C2C-4874-8CAE-DA080AF6C725}" dt="2024-04-21T18:25:56.198" v="1088" actId="207"/>
        <pc:sldMkLst>
          <pc:docMk/>
          <pc:sldMk cId="938926697" sldId="256"/>
        </pc:sldMkLst>
        <pc:spChg chg="mod">
          <ac:chgData name="Evelinny Souza" userId="dd5d8b5dd0d20d2d" providerId="LiveId" clId="{B1A372FE-9C2C-4874-8CAE-DA080AF6C725}" dt="2024-04-21T17:03:57.236" v="9" actId="20577"/>
          <ac:spMkLst>
            <pc:docMk/>
            <pc:sldMk cId="938926697" sldId="256"/>
            <ac:spMk id="2" creationId="{BAE6D0B2-AB71-5AB8-54DA-503C8BECC73E}"/>
          </ac:spMkLst>
        </pc:spChg>
        <pc:spChg chg="mod">
          <ac:chgData name="Evelinny Souza" userId="dd5d8b5dd0d20d2d" providerId="LiveId" clId="{B1A372FE-9C2C-4874-8CAE-DA080AF6C725}" dt="2024-04-21T18:25:32.472" v="1074" actId="20577"/>
          <ac:spMkLst>
            <pc:docMk/>
            <pc:sldMk cId="938926697" sldId="256"/>
            <ac:spMk id="3" creationId="{6E20F618-ADEE-F9B9-FEC7-D382C579D8AD}"/>
          </ac:spMkLst>
        </pc:spChg>
        <pc:spChg chg="add mod">
          <ac:chgData name="Evelinny Souza" userId="dd5d8b5dd0d20d2d" providerId="LiveId" clId="{B1A372FE-9C2C-4874-8CAE-DA080AF6C725}" dt="2024-04-21T18:25:56.198" v="1088" actId="207"/>
          <ac:spMkLst>
            <pc:docMk/>
            <pc:sldMk cId="938926697" sldId="256"/>
            <ac:spMk id="4" creationId="{6ED71E78-DD1A-F662-6F12-61D2EB486E90}"/>
          </ac:spMkLst>
        </pc:spChg>
      </pc:sldChg>
      <pc:sldChg chg="modSp del mod">
        <pc:chgData name="Evelinny Souza" userId="dd5d8b5dd0d20d2d" providerId="LiveId" clId="{B1A372FE-9C2C-4874-8CAE-DA080AF6C725}" dt="2024-04-21T17:26:41.098" v="226" actId="47"/>
        <pc:sldMkLst>
          <pc:docMk/>
          <pc:sldMk cId="546721020" sldId="257"/>
        </pc:sldMkLst>
        <pc:spChg chg="mod">
          <ac:chgData name="Evelinny Souza" userId="dd5d8b5dd0d20d2d" providerId="LiveId" clId="{B1A372FE-9C2C-4874-8CAE-DA080AF6C725}" dt="2024-04-21T17:06:00.284" v="83" actId="14100"/>
          <ac:spMkLst>
            <pc:docMk/>
            <pc:sldMk cId="546721020" sldId="257"/>
            <ac:spMk id="2" creationId="{AF231C61-F8B2-F22C-3EC3-71E50FF94DEA}"/>
          </ac:spMkLst>
        </pc:spChg>
      </pc:sldChg>
      <pc:sldChg chg="addSp delSp modSp mod ord">
        <pc:chgData name="Evelinny Souza" userId="dd5d8b5dd0d20d2d" providerId="LiveId" clId="{B1A372FE-9C2C-4874-8CAE-DA080AF6C725}" dt="2024-04-21T18:28:24.740" v="1121" actId="1076"/>
        <pc:sldMkLst>
          <pc:docMk/>
          <pc:sldMk cId="3133713478" sldId="258"/>
        </pc:sldMkLst>
        <pc:spChg chg="mod">
          <ac:chgData name="Evelinny Souza" userId="dd5d8b5dd0d20d2d" providerId="LiveId" clId="{B1A372FE-9C2C-4874-8CAE-DA080AF6C725}" dt="2024-04-21T18:27:47.008" v="1115" actId="20577"/>
          <ac:spMkLst>
            <pc:docMk/>
            <pc:sldMk cId="3133713478" sldId="258"/>
            <ac:spMk id="2" creationId="{E8FA7B2A-D1E4-839E-3D88-E31F0E9A8979}"/>
          </ac:spMkLst>
        </pc:spChg>
        <pc:spChg chg="del">
          <ac:chgData name="Evelinny Souza" userId="dd5d8b5dd0d20d2d" providerId="LiveId" clId="{B1A372FE-9C2C-4874-8CAE-DA080AF6C725}" dt="2024-04-21T17:32:32.827" v="243" actId="478"/>
          <ac:spMkLst>
            <pc:docMk/>
            <pc:sldMk cId="3133713478" sldId="258"/>
            <ac:spMk id="3" creationId="{CD2E931E-E20F-86DD-E867-F5CD9740868A}"/>
          </ac:spMkLst>
        </pc:spChg>
        <pc:spChg chg="add del mod">
          <ac:chgData name="Evelinny Souza" userId="dd5d8b5dd0d20d2d" providerId="LiveId" clId="{B1A372FE-9C2C-4874-8CAE-DA080AF6C725}" dt="2024-04-21T17:32:37.269" v="245" actId="478"/>
          <ac:spMkLst>
            <pc:docMk/>
            <pc:sldMk cId="3133713478" sldId="258"/>
            <ac:spMk id="7" creationId="{C0752203-95A5-FAFE-59DD-3638482872AD}"/>
          </ac:spMkLst>
        </pc:spChg>
        <pc:spChg chg="add">
          <ac:chgData name="Evelinny Souza" userId="dd5d8b5dd0d20d2d" providerId="LiveId" clId="{B1A372FE-9C2C-4874-8CAE-DA080AF6C725}" dt="2024-04-21T17:32:34.091" v="244"/>
          <ac:spMkLst>
            <pc:docMk/>
            <pc:sldMk cId="3133713478" sldId="258"/>
            <ac:spMk id="9" creationId="{2A220275-3972-1A2F-4306-A4D97CB11D05}"/>
          </ac:spMkLst>
        </pc:spChg>
        <pc:spChg chg="add del mod">
          <ac:chgData name="Evelinny Souza" userId="dd5d8b5dd0d20d2d" providerId="LiveId" clId="{B1A372FE-9C2C-4874-8CAE-DA080AF6C725}" dt="2024-04-21T17:32:39.717" v="247" actId="478"/>
          <ac:spMkLst>
            <pc:docMk/>
            <pc:sldMk cId="3133713478" sldId="258"/>
            <ac:spMk id="10" creationId="{381E0960-0F38-2EF9-09E7-32C56D2D604C}"/>
          </ac:spMkLst>
        </pc:spChg>
        <pc:picChg chg="del mod">
          <ac:chgData name="Evelinny Souza" userId="dd5d8b5dd0d20d2d" providerId="LiveId" clId="{B1A372FE-9C2C-4874-8CAE-DA080AF6C725}" dt="2024-04-21T17:32:27.531" v="241" actId="478"/>
          <ac:picMkLst>
            <pc:docMk/>
            <pc:sldMk cId="3133713478" sldId="258"/>
            <ac:picMk id="5" creationId="{09F40F5E-883C-770B-CA9A-E21059A4D45E}"/>
          </ac:picMkLst>
        </pc:picChg>
        <pc:picChg chg="del mod">
          <ac:chgData name="Evelinny Souza" userId="dd5d8b5dd0d20d2d" providerId="LiveId" clId="{B1A372FE-9C2C-4874-8CAE-DA080AF6C725}" dt="2024-04-21T17:32:29.114" v="242" actId="478"/>
          <ac:picMkLst>
            <pc:docMk/>
            <pc:sldMk cId="3133713478" sldId="258"/>
            <ac:picMk id="8" creationId="{72D6C9C5-67F0-94E1-41C3-14B89F10793D}"/>
          </ac:picMkLst>
        </pc:picChg>
        <pc:picChg chg="del mod">
          <ac:chgData name="Evelinny Souza" userId="dd5d8b5dd0d20d2d" providerId="LiveId" clId="{B1A372FE-9C2C-4874-8CAE-DA080AF6C725}" dt="2024-04-21T17:32:26.058" v="240" actId="478"/>
          <ac:picMkLst>
            <pc:docMk/>
            <pc:sldMk cId="3133713478" sldId="258"/>
            <ac:picMk id="2050" creationId="{FCDF9C11-8873-8CFF-7864-E1A4A7486AFF}"/>
          </ac:picMkLst>
        </pc:picChg>
        <pc:picChg chg="add mod">
          <ac:chgData name="Evelinny Souza" userId="dd5d8b5dd0d20d2d" providerId="LiveId" clId="{B1A372FE-9C2C-4874-8CAE-DA080AF6C725}" dt="2024-04-21T17:37:37.850" v="266" actId="1076"/>
          <ac:picMkLst>
            <pc:docMk/>
            <pc:sldMk cId="3133713478" sldId="258"/>
            <ac:picMk id="3078" creationId="{33FDD483-E5C3-4E6D-44E2-3F3BF06DB2F1}"/>
          </ac:picMkLst>
        </pc:picChg>
        <pc:picChg chg="add mod">
          <ac:chgData name="Evelinny Souza" userId="dd5d8b5dd0d20d2d" providerId="LiveId" clId="{B1A372FE-9C2C-4874-8CAE-DA080AF6C725}" dt="2024-04-21T18:28:24.740" v="1121" actId="1076"/>
          <ac:picMkLst>
            <pc:docMk/>
            <pc:sldMk cId="3133713478" sldId="258"/>
            <ac:picMk id="3080" creationId="{F9A32220-B42F-A79C-BFAA-734D317FC177}"/>
          </ac:picMkLst>
        </pc:picChg>
        <pc:picChg chg="add mod">
          <ac:chgData name="Evelinny Souza" userId="dd5d8b5dd0d20d2d" providerId="LiveId" clId="{B1A372FE-9C2C-4874-8CAE-DA080AF6C725}" dt="2024-04-21T18:19:12.105" v="611" actId="1076"/>
          <ac:picMkLst>
            <pc:docMk/>
            <pc:sldMk cId="3133713478" sldId="258"/>
            <ac:picMk id="3082" creationId="{D68D6EAE-55F8-68E8-F062-A3F86E1250FD}"/>
          </ac:picMkLst>
        </pc:picChg>
        <pc:picChg chg="add del">
          <ac:chgData name="Evelinny Souza" userId="dd5d8b5dd0d20d2d" providerId="LiveId" clId="{B1A372FE-9C2C-4874-8CAE-DA080AF6C725}" dt="2024-04-21T17:34:31.243" v="258" actId="478"/>
          <ac:picMkLst>
            <pc:docMk/>
            <pc:sldMk cId="3133713478" sldId="258"/>
            <ac:picMk id="3084" creationId="{47B33146-14BA-F093-9CD5-42E06E47BAA3}"/>
          </ac:picMkLst>
        </pc:picChg>
        <pc:picChg chg="add mod">
          <ac:chgData name="Evelinny Souza" userId="dd5d8b5dd0d20d2d" providerId="LiveId" clId="{B1A372FE-9C2C-4874-8CAE-DA080AF6C725}" dt="2024-04-21T17:34:46.661" v="261" actId="1076"/>
          <ac:picMkLst>
            <pc:docMk/>
            <pc:sldMk cId="3133713478" sldId="258"/>
            <ac:picMk id="3086" creationId="{09D68FD2-E447-E21E-3DAA-F43C1B20C676}"/>
          </ac:picMkLst>
        </pc:picChg>
        <pc:picChg chg="add mod">
          <ac:chgData name="Evelinny Souza" userId="dd5d8b5dd0d20d2d" providerId="LiveId" clId="{B1A372FE-9C2C-4874-8CAE-DA080AF6C725}" dt="2024-04-21T17:37:26.668" v="265" actId="1076"/>
          <ac:picMkLst>
            <pc:docMk/>
            <pc:sldMk cId="3133713478" sldId="258"/>
            <ac:picMk id="3088" creationId="{64F866CB-DBBD-E779-316B-7975AAE246E9}"/>
          </ac:picMkLst>
        </pc:picChg>
      </pc:sldChg>
      <pc:sldChg chg="addSp delSp modSp mod ord">
        <pc:chgData name="Evelinny Souza" userId="dd5d8b5dd0d20d2d" providerId="LiveId" clId="{B1A372FE-9C2C-4874-8CAE-DA080AF6C725}" dt="2024-04-21T18:37:26.891" v="1189" actId="478"/>
        <pc:sldMkLst>
          <pc:docMk/>
          <pc:sldMk cId="2586518911" sldId="259"/>
        </pc:sldMkLst>
        <pc:spChg chg="mod">
          <ac:chgData name="Evelinny Souza" userId="dd5d8b5dd0d20d2d" providerId="LiveId" clId="{B1A372FE-9C2C-4874-8CAE-DA080AF6C725}" dt="2024-04-21T18:25:09.989" v="1065" actId="108"/>
          <ac:spMkLst>
            <pc:docMk/>
            <pc:sldMk cId="2586518911" sldId="259"/>
            <ac:spMk id="2" creationId="{085950A0-6591-76A8-7816-E6801AAB4904}"/>
          </ac:spMkLst>
        </pc:spChg>
        <pc:spChg chg="mod">
          <ac:chgData name="Evelinny Souza" userId="dd5d8b5dd0d20d2d" providerId="LiveId" clId="{B1A372FE-9C2C-4874-8CAE-DA080AF6C725}" dt="2024-04-21T18:36:30.863" v="1185" actId="20577"/>
          <ac:spMkLst>
            <pc:docMk/>
            <pc:sldMk cId="2586518911" sldId="259"/>
            <ac:spMk id="3" creationId="{DFB5D492-6C64-39D3-FC8C-78D3FAB107E6}"/>
          </ac:spMkLst>
        </pc:spChg>
        <pc:picChg chg="add del mod">
          <ac:chgData name="Evelinny Souza" userId="dd5d8b5dd0d20d2d" providerId="LiveId" clId="{B1A372FE-9C2C-4874-8CAE-DA080AF6C725}" dt="2024-04-21T18:37:26.891" v="1189" actId="478"/>
          <ac:picMkLst>
            <pc:docMk/>
            <pc:sldMk cId="2586518911" sldId="259"/>
            <ac:picMk id="4" creationId="{34D303A5-03D2-E1C5-2ACF-3E7079C2CF37}"/>
          </ac:picMkLst>
        </pc:picChg>
      </pc:sldChg>
      <pc:sldChg chg="addSp delSp modSp del mod">
        <pc:chgData name="Evelinny Souza" userId="dd5d8b5dd0d20d2d" providerId="LiveId" clId="{B1A372FE-9C2C-4874-8CAE-DA080AF6C725}" dt="2024-04-21T17:19:14.805" v="171" actId="2696"/>
        <pc:sldMkLst>
          <pc:docMk/>
          <pc:sldMk cId="2965874596" sldId="260"/>
        </pc:sldMkLst>
        <pc:spChg chg="mod">
          <ac:chgData name="Evelinny Souza" userId="dd5d8b5dd0d20d2d" providerId="LiveId" clId="{B1A372FE-9C2C-4874-8CAE-DA080AF6C725}" dt="2024-04-21T17:15:40.587" v="159" actId="21"/>
          <ac:spMkLst>
            <pc:docMk/>
            <pc:sldMk cId="2965874596" sldId="260"/>
            <ac:spMk id="2" creationId="{882E2C6F-3048-B820-21C4-F31C643A9570}"/>
          </ac:spMkLst>
        </pc:spChg>
        <pc:spChg chg="del mod">
          <ac:chgData name="Evelinny Souza" userId="dd5d8b5dd0d20d2d" providerId="LiveId" clId="{B1A372FE-9C2C-4874-8CAE-DA080AF6C725}" dt="2024-04-21T17:14:48.566" v="150" actId="478"/>
          <ac:spMkLst>
            <pc:docMk/>
            <pc:sldMk cId="2965874596" sldId="260"/>
            <ac:spMk id="3" creationId="{4CDBA3E5-FE82-BA29-7C35-B4114784E638}"/>
          </ac:spMkLst>
        </pc:spChg>
        <pc:spChg chg="add del mod">
          <ac:chgData name="Evelinny Souza" userId="dd5d8b5dd0d20d2d" providerId="LiveId" clId="{B1A372FE-9C2C-4874-8CAE-DA080AF6C725}" dt="2024-04-21T17:14:53.965" v="151" actId="478"/>
          <ac:spMkLst>
            <pc:docMk/>
            <pc:sldMk cId="2965874596" sldId="260"/>
            <ac:spMk id="5" creationId="{57902811-B516-CFD9-CFF4-510E82526312}"/>
          </ac:spMkLst>
        </pc:spChg>
        <pc:picChg chg="add del mod">
          <ac:chgData name="Evelinny Souza" userId="dd5d8b5dd0d20d2d" providerId="LiveId" clId="{B1A372FE-9C2C-4874-8CAE-DA080AF6C725}" dt="2024-04-21T17:18:30.111" v="164" actId="21"/>
          <ac:picMkLst>
            <pc:docMk/>
            <pc:sldMk cId="2965874596" sldId="260"/>
            <ac:picMk id="6" creationId="{FF567AFB-94CB-222D-91E3-9AB6578D6AB0}"/>
          </ac:picMkLst>
        </pc:picChg>
        <pc:picChg chg="add mod">
          <ac:chgData name="Evelinny Souza" userId="dd5d8b5dd0d20d2d" providerId="LiveId" clId="{B1A372FE-9C2C-4874-8CAE-DA080AF6C725}" dt="2024-04-21T17:19:09.645" v="170"/>
          <ac:picMkLst>
            <pc:docMk/>
            <pc:sldMk cId="2965874596" sldId="260"/>
            <ac:picMk id="7" creationId="{EFC10A4E-F4F2-21C4-FD46-8DEADFD0A4A3}"/>
          </ac:picMkLst>
        </pc:picChg>
      </pc:sldChg>
      <pc:sldChg chg="modSp mod ord">
        <pc:chgData name="Evelinny Souza" userId="dd5d8b5dd0d20d2d" providerId="LiveId" clId="{B1A372FE-9C2C-4874-8CAE-DA080AF6C725}" dt="2024-04-21T18:38:39.714" v="1193"/>
        <pc:sldMkLst>
          <pc:docMk/>
          <pc:sldMk cId="1290119849" sldId="261"/>
        </pc:sldMkLst>
        <pc:picChg chg="mod">
          <ac:chgData name="Evelinny Souza" userId="dd5d8b5dd0d20d2d" providerId="LiveId" clId="{B1A372FE-9C2C-4874-8CAE-DA080AF6C725}" dt="2024-04-21T18:08:25.824" v="406" actId="1076"/>
          <ac:picMkLst>
            <pc:docMk/>
            <pc:sldMk cId="1290119849" sldId="261"/>
            <ac:picMk id="6" creationId="{476BD109-668F-FAE1-DB7B-496C0B41FE1F}"/>
          </ac:picMkLst>
        </pc:picChg>
      </pc:sldChg>
      <pc:sldChg chg="modSp add del mod">
        <pc:chgData name="Evelinny Souza" userId="dd5d8b5dd0d20d2d" providerId="LiveId" clId="{B1A372FE-9C2C-4874-8CAE-DA080AF6C725}" dt="2024-04-21T17:04:11.224" v="12" actId="47"/>
        <pc:sldMkLst>
          <pc:docMk/>
          <pc:sldMk cId="4165637930" sldId="262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4165637930" sldId="262"/>
            <ac:spMk id="2" creationId="{FF689C82-DBE1-77F2-2039-0FA60BD8540D}"/>
          </ac:spMkLst>
        </pc:spChg>
        <pc:spChg chg="mod">
          <ac:chgData name="Evelinny Souza" userId="dd5d8b5dd0d20d2d" providerId="LiveId" clId="{B1A372FE-9C2C-4874-8CAE-DA080AF6C725}" dt="2024-04-21T17:03:29.038" v="4"/>
          <ac:spMkLst>
            <pc:docMk/>
            <pc:sldMk cId="4165637930" sldId="262"/>
            <ac:spMk id="3" creationId="{55F7F40B-EC66-5093-383C-D9C4F514577A}"/>
          </ac:spMkLst>
        </pc:spChg>
      </pc:sldChg>
      <pc:sldChg chg="addSp delSp modSp mod">
        <pc:chgData name="Evelinny Souza" userId="dd5d8b5dd0d20d2d" providerId="LiveId" clId="{B1A372FE-9C2C-4874-8CAE-DA080AF6C725}" dt="2024-04-21T18:27:32.469" v="1106" actId="20577"/>
        <pc:sldMkLst>
          <pc:docMk/>
          <pc:sldMk cId="348001568" sldId="264"/>
        </pc:sldMkLst>
        <pc:spChg chg="mod">
          <ac:chgData name="Evelinny Souza" userId="dd5d8b5dd0d20d2d" providerId="LiveId" clId="{B1A372FE-9C2C-4874-8CAE-DA080AF6C725}" dt="2024-04-21T18:27:32.469" v="1106" actId="20577"/>
          <ac:spMkLst>
            <pc:docMk/>
            <pc:sldMk cId="348001568" sldId="264"/>
            <ac:spMk id="2" creationId="{9D473D39-BFAD-3E0C-EA67-0278A625C849}"/>
          </ac:spMkLst>
        </pc:spChg>
        <pc:spChg chg="mod">
          <ac:chgData name="Evelinny Souza" userId="dd5d8b5dd0d20d2d" providerId="LiveId" clId="{B1A372FE-9C2C-4874-8CAE-DA080AF6C725}" dt="2024-04-21T17:14:27.062" v="126" actId="1076"/>
          <ac:spMkLst>
            <pc:docMk/>
            <pc:sldMk cId="348001568" sldId="264"/>
            <ac:spMk id="3" creationId="{BF31591F-BF71-B817-14F9-C018FF76B1BD}"/>
          </ac:spMkLst>
        </pc:spChg>
        <pc:spChg chg="add del mod">
          <ac:chgData name="Evelinny Souza" userId="dd5d8b5dd0d20d2d" providerId="LiveId" clId="{B1A372FE-9C2C-4874-8CAE-DA080AF6C725}" dt="2024-04-21T17:25:47.738" v="225"/>
          <ac:spMkLst>
            <pc:docMk/>
            <pc:sldMk cId="348001568" sldId="264"/>
            <ac:spMk id="4" creationId="{D22E7AE6-C63F-643B-88C0-8B844F072359}"/>
          </ac:spMkLst>
        </pc:spChg>
        <pc:picChg chg="del">
          <ac:chgData name="Evelinny Souza" userId="dd5d8b5dd0d20d2d" providerId="LiveId" clId="{B1A372FE-9C2C-4874-8CAE-DA080AF6C725}" dt="2024-04-21T17:14:31.659" v="127" actId="21"/>
          <ac:picMkLst>
            <pc:docMk/>
            <pc:sldMk cId="348001568" sldId="264"/>
            <ac:picMk id="5" creationId="{FF567AFB-94CB-222D-91E3-9AB6578D6AB0}"/>
          </ac:picMkLst>
        </pc:picChg>
        <pc:picChg chg="add del mod">
          <ac:chgData name="Evelinny Souza" userId="dd5d8b5dd0d20d2d" providerId="LiveId" clId="{B1A372FE-9C2C-4874-8CAE-DA080AF6C725}" dt="2024-04-21T17:18:46.625" v="169" actId="478"/>
          <ac:picMkLst>
            <pc:docMk/>
            <pc:sldMk cId="348001568" sldId="264"/>
            <ac:picMk id="6" creationId="{FF567AFB-94CB-222D-91E3-9AB6578D6AB0}"/>
          </ac:picMkLst>
        </pc:picChg>
        <pc:picChg chg="add del mod">
          <ac:chgData name="Evelinny Souza" userId="dd5d8b5dd0d20d2d" providerId="LiveId" clId="{B1A372FE-9C2C-4874-8CAE-DA080AF6C725}" dt="2024-04-21T17:19:26.485" v="187" actId="478"/>
          <ac:picMkLst>
            <pc:docMk/>
            <pc:sldMk cId="348001568" sldId="264"/>
            <ac:picMk id="1026" creationId="{751406B4-BDFB-2221-A4B4-ED98D2ED234D}"/>
          </ac:picMkLst>
        </pc:picChg>
        <pc:picChg chg="add mod">
          <ac:chgData name="Evelinny Souza" userId="dd5d8b5dd0d20d2d" providerId="LiveId" clId="{B1A372FE-9C2C-4874-8CAE-DA080AF6C725}" dt="2024-04-21T18:27:07.032" v="1097" actId="1076"/>
          <ac:picMkLst>
            <pc:docMk/>
            <pc:sldMk cId="348001568" sldId="264"/>
            <ac:picMk id="1028" creationId="{9E5C1904-F3DB-529C-C896-68FC9314A81D}"/>
          </ac:picMkLst>
        </pc:picChg>
        <pc:picChg chg="add del mod">
          <ac:chgData name="Evelinny Souza" userId="dd5d8b5dd0d20d2d" providerId="LiveId" clId="{B1A372FE-9C2C-4874-8CAE-DA080AF6C725}" dt="2024-04-21T17:23:44.012" v="220" actId="478"/>
          <ac:picMkLst>
            <pc:docMk/>
            <pc:sldMk cId="348001568" sldId="264"/>
            <ac:picMk id="1030" creationId="{2878F7BE-33A8-3E86-818C-7EF2837A99DD}"/>
          </ac:picMkLst>
        </pc:picChg>
        <pc:picChg chg="add mod">
          <ac:chgData name="Evelinny Souza" userId="dd5d8b5dd0d20d2d" providerId="LiveId" clId="{B1A372FE-9C2C-4874-8CAE-DA080AF6C725}" dt="2024-04-21T17:31:48.782" v="238" actId="1076"/>
          <ac:picMkLst>
            <pc:docMk/>
            <pc:sldMk cId="348001568" sldId="264"/>
            <ac:picMk id="1032" creationId="{AF6CDF13-6831-009D-7AF6-0CEEA8ED4984}"/>
          </ac:picMkLst>
        </pc:picChg>
        <pc:picChg chg="add mod">
          <ac:chgData name="Evelinny Souza" userId="dd5d8b5dd0d20d2d" providerId="LiveId" clId="{B1A372FE-9C2C-4874-8CAE-DA080AF6C725}" dt="2024-04-21T17:31:50.834" v="239" actId="1076"/>
          <ac:picMkLst>
            <pc:docMk/>
            <pc:sldMk cId="348001568" sldId="264"/>
            <ac:picMk id="1034" creationId="{111ED8F8-F301-BCE8-F5E5-1284E9478357}"/>
          </ac:picMkLst>
        </pc:picChg>
      </pc:sldChg>
      <pc:sldChg chg="addSp modSp add del mod ord">
        <pc:chgData name="Evelinny Souza" userId="dd5d8b5dd0d20d2d" providerId="LiveId" clId="{B1A372FE-9C2C-4874-8CAE-DA080AF6C725}" dt="2024-04-22T01:29:54.001" v="1342" actId="20577"/>
        <pc:sldMkLst>
          <pc:docMk/>
          <pc:sldMk cId="448388216" sldId="265"/>
        </pc:sldMkLst>
        <pc:spChg chg="mod">
          <ac:chgData name="Evelinny Souza" userId="dd5d8b5dd0d20d2d" providerId="LiveId" clId="{B1A372FE-9C2C-4874-8CAE-DA080AF6C725}" dt="2024-04-21T17:54:34.745" v="317" actId="20577"/>
          <ac:spMkLst>
            <pc:docMk/>
            <pc:sldMk cId="448388216" sldId="265"/>
            <ac:spMk id="2" creationId="{BE317D3B-8442-5C50-5795-8B611FCAEB28}"/>
          </ac:spMkLst>
        </pc:spChg>
        <pc:spChg chg="mod">
          <ac:chgData name="Evelinny Souza" userId="dd5d8b5dd0d20d2d" providerId="LiveId" clId="{B1A372FE-9C2C-4874-8CAE-DA080AF6C725}" dt="2024-04-22T01:29:54.001" v="1342" actId="20577"/>
          <ac:spMkLst>
            <pc:docMk/>
            <pc:sldMk cId="448388216" sldId="265"/>
            <ac:spMk id="3" creationId="{4CC94CD3-286B-3D58-DDCA-23A68FF25E01}"/>
          </ac:spMkLst>
        </pc:spChg>
        <pc:picChg chg="add mod">
          <ac:chgData name="Evelinny Souza" userId="dd5d8b5dd0d20d2d" providerId="LiveId" clId="{B1A372FE-9C2C-4874-8CAE-DA080AF6C725}" dt="2024-04-21T18:36:03.229" v="1162" actId="1036"/>
          <ac:picMkLst>
            <pc:docMk/>
            <pc:sldMk cId="448388216" sldId="265"/>
            <ac:picMk id="4098" creationId="{9AD96DA3-F2CD-63E8-3AB6-EF416A7D5C2E}"/>
          </ac:picMkLst>
        </pc:picChg>
        <pc:picChg chg="add mod">
          <ac:chgData name="Evelinny Souza" userId="dd5d8b5dd0d20d2d" providerId="LiveId" clId="{B1A372FE-9C2C-4874-8CAE-DA080AF6C725}" dt="2024-04-21T18:19:27.536" v="615" actId="14100"/>
          <ac:picMkLst>
            <pc:docMk/>
            <pc:sldMk cId="448388216" sldId="265"/>
            <ac:picMk id="5122" creationId="{4EF6CA69-8BBD-A771-1F64-EB6C834BAB06}"/>
          </ac:picMkLst>
        </pc:picChg>
      </pc:sldChg>
      <pc:sldChg chg="addSp delSp modSp del mod">
        <pc:chgData name="Evelinny Souza" userId="dd5d8b5dd0d20d2d" providerId="LiveId" clId="{B1A372FE-9C2C-4874-8CAE-DA080AF6C725}" dt="2024-04-21T18:17:43.799" v="593" actId="47"/>
        <pc:sldMkLst>
          <pc:docMk/>
          <pc:sldMk cId="2962462014" sldId="266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2962462014" sldId="266"/>
            <ac:spMk id="2" creationId="{E9B86647-3382-6A55-C60B-7ED0576688CD}"/>
          </ac:spMkLst>
        </pc:spChg>
        <pc:spChg chg="del mod">
          <ac:chgData name="Evelinny Souza" userId="dd5d8b5dd0d20d2d" providerId="LiveId" clId="{B1A372FE-9C2C-4874-8CAE-DA080AF6C725}" dt="2024-04-21T18:11:16.206" v="463" actId="21"/>
          <ac:spMkLst>
            <pc:docMk/>
            <pc:sldMk cId="2962462014" sldId="266"/>
            <ac:spMk id="3" creationId="{3847F4B0-294D-AD35-C51E-D0236BE744B6}"/>
          </ac:spMkLst>
        </pc:spChg>
        <pc:spChg chg="add mod">
          <ac:chgData name="Evelinny Souza" userId="dd5d8b5dd0d20d2d" providerId="LiveId" clId="{B1A372FE-9C2C-4874-8CAE-DA080AF6C725}" dt="2024-04-21T18:11:16.206" v="463" actId="21"/>
          <ac:spMkLst>
            <pc:docMk/>
            <pc:sldMk cId="2962462014" sldId="266"/>
            <ac:spMk id="5" creationId="{6B1DC250-31D2-4CF5-E3CC-F0A294413E2B}"/>
          </ac:spMkLst>
        </pc:spChg>
      </pc:sldChg>
      <pc:sldChg chg="modSp">
        <pc:chgData name="Evelinny Souza" userId="dd5d8b5dd0d20d2d" providerId="LiveId" clId="{B1A372FE-9C2C-4874-8CAE-DA080AF6C725}" dt="2024-04-21T17:03:29.038" v="4"/>
        <pc:sldMkLst>
          <pc:docMk/>
          <pc:sldMk cId="199460944" sldId="268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199460944" sldId="268"/>
            <ac:spMk id="2" creationId="{6E09E8E7-BB32-27F7-697B-97FE1BD2AF54}"/>
          </ac:spMkLst>
        </pc:spChg>
      </pc:sldChg>
      <pc:sldChg chg="modSp del">
        <pc:chgData name="Evelinny Souza" userId="dd5d8b5dd0d20d2d" providerId="LiveId" clId="{B1A372FE-9C2C-4874-8CAE-DA080AF6C725}" dt="2024-04-21T18:09:15.567" v="407" actId="47"/>
        <pc:sldMkLst>
          <pc:docMk/>
          <pc:sldMk cId="2605471362" sldId="269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2605471362" sldId="269"/>
            <ac:spMk id="2" creationId="{F58B5C28-DB03-8D83-EAF5-C7B047EEB4DF}"/>
          </ac:spMkLst>
        </pc:spChg>
        <pc:picChg chg="mod">
          <ac:chgData name="Evelinny Souza" userId="dd5d8b5dd0d20d2d" providerId="LiveId" clId="{B1A372FE-9C2C-4874-8CAE-DA080AF6C725}" dt="2024-04-21T17:03:29.038" v="4"/>
          <ac:picMkLst>
            <pc:docMk/>
            <pc:sldMk cId="2605471362" sldId="269"/>
            <ac:picMk id="5" creationId="{9AC01ED8-F2E7-B7B9-27FD-4E2640A70F41}"/>
          </ac:picMkLst>
        </pc:picChg>
      </pc:sldChg>
      <pc:sldChg chg="addSp delSp modSp mod">
        <pc:chgData name="Evelinny Souza" userId="dd5d8b5dd0d20d2d" providerId="LiveId" clId="{B1A372FE-9C2C-4874-8CAE-DA080AF6C725}" dt="2024-04-21T18:32:07.466" v="1145" actId="1582"/>
        <pc:sldMkLst>
          <pc:docMk/>
          <pc:sldMk cId="3593632650" sldId="270"/>
        </pc:sldMkLst>
        <pc:spChg chg="mod">
          <ac:chgData name="Evelinny Souza" userId="dd5d8b5dd0d20d2d" providerId="LiveId" clId="{B1A372FE-9C2C-4874-8CAE-DA080AF6C725}" dt="2024-04-21T18:17:37.937" v="592" actId="20577"/>
          <ac:spMkLst>
            <pc:docMk/>
            <pc:sldMk cId="3593632650" sldId="270"/>
            <ac:spMk id="2" creationId="{3D7AE722-8B1E-C879-2D89-0A4EE97CD3BF}"/>
          </ac:spMkLst>
        </pc:spChg>
        <pc:spChg chg="del">
          <ac:chgData name="Evelinny Souza" userId="dd5d8b5dd0d20d2d" providerId="LiveId" clId="{B1A372FE-9C2C-4874-8CAE-DA080AF6C725}" dt="2024-04-21T18:10:00.951" v="408" actId="478"/>
          <ac:spMkLst>
            <pc:docMk/>
            <pc:sldMk cId="3593632650" sldId="270"/>
            <ac:spMk id="4" creationId="{235DD6F5-A859-3B6D-300C-10EEE97C5E93}"/>
          </ac:spMkLst>
        </pc:spChg>
        <pc:spChg chg="add mod">
          <ac:chgData name="Evelinny Souza" userId="dd5d8b5dd0d20d2d" providerId="LiveId" clId="{B1A372FE-9C2C-4874-8CAE-DA080AF6C725}" dt="2024-04-21T18:15:48.784" v="582" actId="1076"/>
          <ac:spMkLst>
            <pc:docMk/>
            <pc:sldMk cId="3593632650" sldId="270"/>
            <ac:spMk id="5" creationId="{D6F49F53-D39B-9E1B-A588-954216EB6E07}"/>
          </ac:spMkLst>
        </pc:spChg>
        <pc:spChg chg="del">
          <ac:chgData name="Evelinny Souza" userId="dd5d8b5dd0d20d2d" providerId="LiveId" clId="{B1A372FE-9C2C-4874-8CAE-DA080AF6C725}" dt="2024-04-21T18:10:36.016" v="432" actId="478"/>
          <ac:spMkLst>
            <pc:docMk/>
            <pc:sldMk cId="3593632650" sldId="270"/>
            <ac:spMk id="6" creationId="{2B0A62C0-EFF3-8878-36ED-55E443A63D42}"/>
          </ac:spMkLst>
        </pc:spChg>
        <pc:spChg chg="add mod">
          <ac:chgData name="Evelinny Souza" userId="dd5d8b5dd0d20d2d" providerId="LiveId" clId="{B1A372FE-9C2C-4874-8CAE-DA080AF6C725}" dt="2024-04-21T18:14:34.073" v="570" actId="21"/>
          <ac:spMkLst>
            <pc:docMk/>
            <pc:sldMk cId="3593632650" sldId="270"/>
            <ac:spMk id="7" creationId="{3847F4B0-294D-AD35-C51E-D0236BE744B6}"/>
          </ac:spMkLst>
        </pc:spChg>
        <pc:spChg chg="add mod">
          <ac:chgData name="Evelinny Souza" userId="dd5d8b5dd0d20d2d" providerId="LiveId" clId="{B1A372FE-9C2C-4874-8CAE-DA080AF6C725}" dt="2024-04-21T18:31:48.769" v="1143" actId="20577"/>
          <ac:spMkLst>
            <pc:docMk/>
            <pc:sldMk cId="3593632650" sldId="270"/>
            <ac:spMk id="8" creationId="{0B6F588D-94D8-41DA-0E75-753C24A6A7F1}"/>
          </ac:spMkLst>
        </pc:spChg>
        <pc:spChg chg="add del mod">
          <ac:chgData name="Evelinny Souza" userId="dd5d8b5dd0d20d2d" providerId="LiveId" clId="{B1A372FE-9C2C-4874-8CAE-DA080AF6C725}" dt="2024-04-21T18:15:36.542" v="579" actId="478"/>
          <ac:spMkLst>
            <pc:docMk/>
            <pc:sldMk cId="3593632650" sldId="270"/>
            <ac:spMk id="9" creationId="{E11354A8-2F35-7A77-2C8D-1F82E0236CFB}"/>
          </ac:spMkLst>
        </pc:spChg>
        <pc:picChg chg="del mod">
          <ac:chgData name="Evelinny Souza" userId="dd5d8b5dd0d20d2d" providerId="LiveId" clId="{B1A372FE-9C2C-4874-8CAE-DA080AF6C725}" dt="2024-04-21T18:15:28.785" v="577" actId="478"/>
          <ac:picMkLst>
            <pc:docMk/>
            <pc:sldMk cId="3593632650" sldId="270"/>
            <ac:picMk id="1026" creationId="{998A679D-F2A7-7286-4553-494F9FD97BBE}"/>
          </ac:picMkLst>
        </pc:picChg>
        <pc:picChg chg="add mod">
          <ac:chgData name="Evelinny Souza" userId="dd5d8b5dd0d20d2d" providerId="LiveId" clId="{B1A372FE-9C2C-4874-8CAE-DA080AF6C725}" dt="2024-04-21T18:15:51.784" v="584" actId="1076"/>
          <ac:picMkLst>
            <pc:docMk/>
            <pc:sldMk cId="3593632650" sldId="270"/>
            <ac:picMk id="6146" creationId="{4D45434F-F90E-BF99-1872-BF07915C884F}"/>
          </ac:picMkLst>
        </pc:picChg>
        <pc:picChg chg="add mod">
          <ac:chgData name="Evelinny Souza" userId="dd5d8b5dd0d20d2d" providerId="LiveId" clId="{B1A372FE-9C2C-4874-8CAE-DA080AF6C725}" dt="2024-04-21T18:32:07.466" v="1145" actId="1582"/>
          <ac:picMkLst>
            <pc:docMk/>
            <pc:sldMk cId="3593632650" sldId="270"/>
            <ac:picMk id="6148" creationId="{205CAC72-9AB7-A9BF-A1AE-459828B5CDE1}"/>
          </ac:picMkLst>
        </pc:picChg>
      </pc:sldChg>
      <pc:sldChg chg="modSp mod">
        <pc:chgData name="Evelinny Souza" userId="dd5d8b5dd0d20d2d" providerId="LiveId" clId="{B1A372FE-9C2C-4874-8CAE-DA080AF6C725}" dt="2024-04-21T17:05:06.968" v="82" actId="20577"/>
        <pc:sldMkLst>
          <pc:docMk/>
          <pc:sldMk cId="657769478" sldId="271"/>
        </pc:sldMkLst>
        <pc:spChg chg="mod">
          <ac:chgData name="Evelinny Souza" userId="dd5d8b5dd0d20d2d" providerId="LiveId" clId="{B1A372FE-9C2C-4874-8CAE-DA080AF6C725}" dt="2024-04-21T17:05:06.968" v="82" actId="20577"/>
          <ac:spMkLst>
            <pc:docMk/>
            <pc:sldMk cId="657769478" sldId="271"/>
            <ac:spMk id="2" creationId="{F905F62B-33EC-CA77-F0A2-A008801DC61D}"/>
          </ac:spMkLst>
        </pc:spChg>
        <pc:picChg chg="mod">
          <ac:chgData name="Evelinny Souza" userId="dd5d8b5dd0d20d2d" providerId="LiveId" clId="{B1A372FE-9C2C-4874-8CAE-DA080AF6C725}" dt="2024-04-21T17:04:24.728" v="14" actId="14100"/>
          <ac:picMkLst>
            <pc:docMk/>
            <pc:sldMk cId="657769478" sldId="271"/>
            <ac:picMk id="5" creationId="{26A80300-CBA8-DEBF-9903-8B03FCE24598}"/>
          </ac:picMkLst>
        </pc:picChg>
      </pc:sldChg>
      <pc:sldChg chg="addSp delSp modSp del mod ord">
        <pc:chgData name="Evelinny Souza" userId="dd5d8b5dd0d20d2d" providerId="LiveId" clId="{B1A372FE-9C2C-4874-8CAE-DA080AF6C725}" dt="2024-04-21T18:39:59.864" v="1208" actId="47"/>
        <pc:sldMkLst>
          <pc:docMk/>
          <pc:sldMk cId="3699428215" sldId="272"/>
        </pc:sldMkLst>
        <pc:spChg chg="mod">
          <ac:chgData name="Evelinny Souza" userId="dd5d8b5dd0d20d2d" providerId="LiveId" clId="{B1A372FE-9C2C-4874-8CAE-DA080AF6C725}" dt="2024-04-21T18:32:40.039" v="1154" actId="1076"/>
          <ac:spMkLst>
            <pc:docMk/>
            <pc:sldMk cId="3699428215" sldId="272"/>
            <ac:spMk id="2" creationId="{660F5016-FB27-26B0-3AA1-2162E7D2D07A}"/>
          </ac:spMkLst>
        </pc:spChg>
        <pc:spChg chg="add mod">
          <ac:chgData name="Evelinny Souza" userId="dd5d8b5dd0d20d2d" providerId="LiveId" clId="{B1A372FE-9C2C-4874-8CAE-DA080AF6C725}" dt="2024-04-21T18:31:05.859" v="1139" actId="20577"/>
          <ac:spMkLst>
            <pc:docMk/>
            <pc:sldMk cId="3699428215" sldId="272"/>
            <ac:spMk id="3" creationId="{8016B995-7C3C-475C-3309-8C879CA1DF4B}"/>
          </ac:spMkLst>
        </pc:spChg>
        <pc:picChg chg="add del mod">
          <ac:chgData name="Evelinny Souza" userId="dd5d8b5dd0d20d2d" providerId="LiveId" clId="{B1A372FE-9C2C-4874-8CAE-DA080AF6C725}" dt="2024-04-21T18:38:53.802" v="1195" actId="21"/>
          <ac:picMkLst>
            <pc:docMk/>
            <pc:sldMk cId="3699428215" sldId="272"/>
            <ac:picMk id="4" creationId="{34D303A5-03D2-E1C5-2ACF-3E7079C2CF37}"/>
          </ac:picMkLst>
        </pc:picChg>
        <pc:picChg chg="mod">
          <ac:chgData name="Evelinny Souza" userId="dd5d8b5dd0d20d2d" providerId="LiveId" clId="{B1A372FE-9C2C-4874-8CAE-DA080AF6C725}" dt="2024-04-21T18:32:36.068" v="1153" actId="1076"/>
          <ac:picMkLst>
            <pc:docMk/>
            <pc:sldMk cId="3699428215" sldId="272"/>
            <ac:picMk id="1026" creationId="{FE49F0F9-C1CA-8C1F-34F8-4D75079F40E1}"/>
          </ac:picMkLst>
        </pc:picChg>
      </pc:sldChg>
      <pc:sldChg chg="modSp mod">
        <pc:chgData name="Evelinny Souza" userId="dd5d8b5dd0d20d2d" providerId="LiveId" clId="{B1A372FE-9C2C-4874-8CAE-DA080AF6C725}" dt="2024-04-21T18:00:02.002" v="391" actId="122"/>
        <pc:sldMkLst>
          <pc:docMk/>
          <pc:sldMk cId="2283759418" sldId="273"/>
        </pc:sldMkLst>
        <pc:spChg chg="mod">
          <ac:chgData name="Evelinny Souza" userId="dd5d8b5dd0d20d2d" providerId="LiveId" clId="{B1A372FE-9C2C-4874-8CAE-DA080AF6C725}" dt="2024-04-21T18:00:02.002" v="391" actId="122"/>
          <ac:spMkLst>
            <pc:docMk/>
            <pc:sldMk cId="2283759418" sldId="273"/>
            <ac:spMk id="6" creationId="{4088FCE8-CA56-7F79-4A27-F87BFB3432A1}"/>
          </ac:spMkLst>
        </pc:spChg>
        <pc:picChg chg="mod">
          <ac:chgData name="Evelinny Souza" userId="dd5d8b5dd0d20d2d" providerId="LiveId" clId="{B1A372FE-9C2C-4874-8CAE-DA080AF6C725}" dt="2024-04-21T17:58:19.040" v="364" actId="1036"/>
          <ac:picMkLst>
            <pc:docMk/>
            <pc:sldMk cId="2283759418" sldId="273"/>
            <ac:picMk id="8" creationId="{87016D20-62BA-F5EA-31AA-83BA85C5598A}"/>
          </ac:picMkLst>
        </pc:picChg>
      </pc:sldChg>
      <pc:sldChg chg="modSp">
        <pc:chgData name="Evelinny Souza" userId="dd5d8b5dd0d20d2d" providerId="LiveId" clId="{B1A372FE-9C2C-4874-8CAE-DA080AF6C725}" dt="2024-04-21T17:08:31.874" v="109" actId="14100"/>
        <pc:sldMkLst>
          <pc:docMk/>
          <pc:sldMk cId="4111383003" sldId="274"/>
        </pc:sldMkLst>
        <pc:spChg chg="mod">
          <ac:chgData name="Evelinny Souza" userId="dd5d8b5dd0d20d2d" providerId="LiveId" clId="{B1A372FE-9C2C-4874-8CAE-DA080AF6C725}" dt="2024-04-21T17:03:29.038" v="4"/>
          <ac:spMkLst>
            <pc:docMk/>
            <pc:sldMk cId="4111383003" sldId="274"/>
            <ac:spMk id="2" creationId="{6076EA05-7674-FAF4-1F71-4FD7C47B456A}"/>
          </ac:spMkLst>
        </pc:spChg>
        <pc:picChg chg="mod">
          <ac:chgData name="Evelinny Souza" userId="dd5d8b5dd0d20d2d" providerId="LiveId" clId="{B1A372FE-9C2C-4874-8CAE-DA080AF6C725}" dt="2024-04-21T17:08:31.874" v="109" actId="14100"/>
          <ac:picMkLst>
            <pc:docMk/>
            <pc:sldMk cId="4111383003" sldId="274"/>
            <ac:picMk id="5124" creationId="{3C972C71-09BC-7CF0-C667-9005E251BCA3}"/>
          </ac:picMkLst>
        </pc:picChg>
      </pc:sldChg>
      <pc:sldChg chg="addSp delSp modSp mod ord">
        <pc:chgData name="Evelinny Souza" userId="dd5d8b5dd0d20d2d" providerId="LiveId" clId="{B1A372FE-9C2C-4874-8CAE-DA080AF6C725}" dt="2024-04-21T18:35:15.423" v="1161" actId="20577"/>
        <pc:sldMkLst>
          <pc:docMk/>
          <pc:sldMk cId="3886277805" sldId="275"/>
        </pc:sldMkLst>
        <pc:spChg chg="mod">
          <ac:chgData name="Evelinny Souza" userId="dd5d8b5dd0d20d2d" providerId="LiveId" clId="{B1A372FE-9C2C-4874-8CAE-DA080AF6C725}" dt="2024-04-21T18:35:15.423" v="1161" actId="20577"/>
          <ac:spMkLst>
            <pc:docMk/>
            <pc:sldMk cId="3886277805" sldId="275"/>
            <ac:spMk id="2" creationId="{CD5CB25B-3669-798D-B901-3D02E2DBB366}"/>
          </ac:spMkLst>
        </pc:spChg>
        <pc:picChg chg="add del mod">
          <ac:chgData name="Evelinny Souza" userId="dd5d8b5dd0d20d2d" providerId="LiveId" clId="{B1A372FE-9C2C-4874-8CAE-DA080AF6C725}" dt="2024-04-21T17:43:51.933" v="290" actId="21"/>
          <ac:picMkLst>
            <pc:docMk/>
            <pc:sldMk cId="3886277805" sldId="275"/>
            <ac:picMk id="4098" creationId="{9AD96DA3-F2CD-63E8-3AB6-EF416A7D5C2E}"/>
          </ac:picMkLst>
        </pc:picChg>
        <pc:picChg chg="mod">
          <ac:chgData name="Evelinny Souza" userId="dd5d8b5dd0d20d2d" providerId="LiveId" clId="{B1A372FE-9C2C-4874-8CAE-DA080AF6C725}" dt="2024-04-21T17:56:19.062" v="321" actId="1076"/>
          <ac:picMkLst>
            <pc:docMk/>
            <pc:sldMk cId="3886277805" sldId="275"/>
            <ac:picMk id="5122" creationId="{F585A421-D566-9617-E1E4-39328F3C28E7}"/>
          </ac:picMkLst>
        </pc:picChg>
      </pc:sldChg>
      <pc:sldChg chg="modSp mod">
        <pc:chgData name="Evelinny Souza" userId="dd5d8b5dd0d20d2d" providerId="LiveId" clId="{B1A372FE-9C2C-4874-8CAE-DA080AF6C725}" dt="2024-04-21T18:00:39.503" v="403" actId="947"/>
        <pc:sldMkLst>
          <pc:docMk/>
          <pc:sldMk cId="3650863722" sldId="276"/>
        </pc:sldMkLst>
        <pc:spChg chg="mod">
          <ac:chgData name="Evelinny Souza" userId="dd5d8b5dd0d20d2d" providerId="LiveId" clId="{B1A372FE-9C2C-4874-8CAE-DA080AF6C725}" dt="2024-04-21T18:00:39.503" v="403" actId="947"/>
          <ac:spMkLst>
            <pc:docMk/>
            <pc:sldMk cId="3650863722" sldId="276"/>
            <ac:spMk id="2" creationId="{BA43EBDC-0BA9-9719-4B18-7745A3EC0867}"/>
          </ac:spMkLst>
        </pc:spChg>
        <pc:picChg chg="mod">
          <ac:chgData name="Evelinny Souza" userId="dd5d8b5dd0d20d2d" providerId="LiveId" clId="{B1A372FE-9C2C-4874-8CAE-DA080AF6C725}" dt="2024-04-21T17:59:54.155" v="390" actId="1076"/>
          <ac:picMkLst>
            <pc:docMk/>
            <pc:sldMk cId="3650863722" sldId="276"/>
            <ac:picMk id="8194" creationId="{AE880330-13D3-BF87-7287-844D4A11EF59}"/>
          </ac:picMkLst>
        </pc:picChg>
      </pc:sldChg>
      <pc:sldChg chg="modSp add mod">
        <pc:chgData name="Evelinny Souza" userId="dd5d8b5dd0d20d2d" providerId="LiveId" clId="{B1A372FE-9C2C-4874-8CAE-DA080AF6C725}" dt="2024-04-21T18:27:28.530" v="1104" actId="20577"/>
        <pc:sldMkLst>
          <pc:docMk/>
          <pc:sldMk cId="1445619718" sldId="277"/>
        </pc:sldMkLst>
        <pc:spChg chg="mod">
          <ac:chgData name="Evelinny Souza" userId="dd5d8b5dd0d20d2d" providerId="LiveId" clId="{B1A372FE-9C2C-4874-8CAE-DA080AF6C725}" dt="2024-04-21T18:27:28.530" v="1104" actId="20577"/>
          <ac:spMkLst>
            <pc:docMk/>
            <pc:sldMk cId="1445619718" sldId="277"/>
            <ac:spMk id="2" creationId="{9D473D39-BFAD-3E0C-EA67-0278A625C849}"/>
          </ac:spMkLst>
        </pc:spChg>
      </pc:sldChg>
      <pc:sldChg chg="addSp delSp modSp add mod">
        <pc:chgData name="Evelinny Souza" userId="dd5d8b5dd0d20d2d" providerId="LiveId" clId="{B1A372FE-9C2C-4874-8CAE-DA080AF6C725}" dt="2024-04-21T18:39:24.387" v="1207" actId="122"/>
        <pc:sldMkLst>
          <pc:docMk/>
          <pc:sldMk cId="1841180361" sldId="278"/>
        </pc:sldMkLst>
        <pc:spChg chg="del mod">
          <ac:chgData name="Evelinny Souza" userId="dd5d8b5dd0d20d2d" providerId="LiveId" clId="{B1A372FE-9C2C-4874-8CAE-DA080AF6C725}" dt="2024-04-21T18:39:08.254" v="1200" actId="478"/>
          <ac:spMkLst>
            <pc:docMk/>
            <pc:sldMk cId="1841180361" sldId="278"/>
            <ac:spMk id="3" creationId="{DFB5D492-6C64-39D3-FC8C-78D3FAB107E6}"/>
          </ac:spMkLst>
        </pc:spChg>
        <pc:spChg chg="add del mod">
          <ac:chgData name="Evelinny Souza" userId="dd5d8b5dd0d20d2d" providerId="LiveId" clId="{B1A372FE-9C2C-4874-8CAE-DA080AF6C725}" dt="2024-04-21T18:39:10.787" v="1201" actId="478"/>
          <ac:spMkLst>
            <pc:docMk/>
            <pc:sldMk cId="1841180361" sldId="278"/>
            <ac:spMk id="6" creationId="{C9444A4B-4340-57E6-36C5-503D7F9B8364}"/>
          </ac:spMkLst>
        </pc:spChg>
        <pc:spChg chg="add mod">
          <ac:chgData name="Evelinny Souza" userId="dd5d8b5dd0d20d2d" providerId="LiveId" clId="{B1A372FE-9C2C-4874-8CAE-DA080AF6C725}" dt="2024-04-21T18:39:24.387" v="1207" actId="122"/>
          <ac:spMkLst>
            <pc:docMk/>
            <pc:sldMk cId="1841180361" sldId="278"/>
            <ac:spMk id="7" creationId="{CF19173B-E839-9A30-A6CD-DC2C41C39078}"/>
          </ac:spMkLst>
        </pc:spChg>
        <pc:picChg chg="add mod">
          <ac:chgData name="Evelinny Souza" userId="dd5d8b5dd0d20d2d" providerId="LiveId" clId="{B1A372FE-9C2C-4874-8CAE-DA080AF6C725}" dt="2024-04-21T18:39:17.150" v="1205" actId="1076"/>
          <ac:picMkLst>
            <pc:docMk/>
            <pc:sldMk cId="1841180361" sldId="278"/>
            <ac:picMk id="4" creationId="{34D303A5-03D2-E1C5-2ACF-3E7079C2CF37}"/>
          </ac:picMkLst>
        </pc:picChg>
      </pc:sldChg>
      <pc:sldChg chg="add del">
        <pc:chgData name="Evelinny Souza" userId="dd5d8b5dd0d20d2d" providerId="LiveId" clId="{B1A372FE-9C2C-4874-8CAE-DA080AF6C725}" dt="2024-04-21T18:35:08.507" v="1157" actId="47"/>
        <pc:sldMkLst>
          <pc:docMk/>
          <pc:sldMk cId="2190721002" sldId="278"/>
        </pc:sldMkLst>
      </pc:sldChg>
      <pc:sldChg chg="modSp mod">
        <pc:chgData name="Evelinny Souza" userId="dd5d8b5dd0d20d2d" providerId="LiveId" clId="{B1A372FE-9C2C-4874-8CAE-DA080AF6C725}" dt="2024-04-22T01:12:24.540" v="1328" actId="20577"/>
        <pc:sldMkLst>
          <pc:docMk/>
          <pc:sldMk cId="3700189217" sldId="281"/>
        </pc:sldMkLst>
        <pc:spChg chg="mod">
          <ac:chgData name="Evelinny Souza" userId="dd5d8b5dd0d20d2d" providerId="LiveId" clId="{B1A372FE-9C2C-4874-8CAE-DA080AF6C725}" dt="2024-04-22T01:12:24.540" v="1328" actId="20577"/>
          <ac:spMkLst>
            <pc:docMk/>
            <pc:sldMk cId="3700189217" sldId="281"/>
            <ac:spMk id="3" creationId="{4CC94CD3-286B-3D58-DDCA-23A68FF25E01}"/>
          </ac:spMkLst>
        </pc:spChg>
      </pc:sldChg>
    </pc:docChg>
  </pc:docChgLst>
  <pc:docChgLst>
    <pc:chgData name="Paullo Estevam" userId="6a7db5c51fb4b330" providerId="LiveId" clId="{8B4A8F64-B30B-43FD-97CA-9FB5338A855E}"/>
    <pc:docChg chg="undo custSel addSld delSld modSld sldOrd">
      <pc:chgData name="Paullo Estevam" userId="6a7db5c51fb4b330" providerId="LiveId" clId="{8B4A8F64-B30B-43FD-97CA-9FB5338A855E}" dt="2024-11-28T17:04:53.575" v="1385" actId="20577"/>
      <pc:docMkLst>
        <pc:docMk/>
      </pc:docMkLst>
      <pc:sldChg chg="addSp modSp mod">
        <pc:chgData name="Paullo Estevam" userId="6a7db5c51fb4b330" providerId="LiveId" clId="{8B4A8F64-B30B-43FD-97CA-9FB5338A855E}" dt="2024-11-28T15:09:40.260" v="1381" actId="1076"/>
        <pc:sldMkLst>
          <pc:docMk/>
          <pc:sldMk cId="938926697" sldId="256"/>
        </pc:sldMkLst>
        <pc:spChg chg="mod">
          <ac:chgData name="Paullo Estevam" userId="6a7db5c51fb4b330" providerId="LiveId" clId="{8B4A8F64-B30B-43FD-97CA-9FB5338A855E}" dt="2024-11-27T20:53:15.817" v="26" actId="20577"/>
          <ac:spMkLst>
            <pc:docMk/>
            <pc:sldMk cId="938926697" sldId="256"/>
            <ac:spMk id="2" creationId="{BAE6D0B2-AB71-5AB8-54DA-503C8BECC73E}"/>
          </ac:spMkLst>
        </pc:spChg>
        <pc:spChg chg="add mod">
          <ac:chgData name="Paullo Estevam" userId="6a7db5c51fb4b330" providerId="LiveId" clId="{8B4A8F64-B30B-43FD-97CA-9FB5338A855E}" dt="2024-11-27T21:27:22.873" v="918" actId="121"/>
          <ac:spMkLst>
            <pc:docMk/>
            <pc:sldMk cId="938926697" sldId="256"/>
            <ac:spMk id="3" creationId="{BABB910B-ABF2-2600-AE61-AF3A5984386C}"/>
          </ac:spMkLst>
        </pc:spChg>
        <pc:picChg chg="add mod">
          <ac:chgData name="Paullo Estevam" userId="6a7db5c51fb4b330" providerId="LiveId" clId="{8B4A8F64-B30B-43FD-97CA-9FB5338A855E}" dt="2024-11-28T15:09:40.260" v="1381" actId="1076"/>
          <ac:picMkLst>
            <pc:docMk/>
            <pc:sldMk cId="938926697" sldId="256"/>
            <ac:picMk id="6" creationId="{6EB6E343-7994-6139-7CB9-69E21543F328}"/>
          </ac:picMkLst>
        </pc:picChg>
      </pc:sldChg>
      <pc:sldChg chg="del">
        <pc:chgData name="Paullo Estevam" userId="6a7db5c51fb4b330" providerId="LiveId" clId="{8B4A8F64-B30B-43FD-97CA-9FB5338A855E}" dt="2024-11-27T21:07:53.256" v="204" actId="47"/>
        <pc:sldMkLst>
          <pc:docMk/>
          <pc:sldMk cId="3133713478" sldId="258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2586518911" sldId="259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1290119849" sldId="261"/>
        </pc:sldMkLst>
      </pc:sldChg>
      <pc:sldChg chg="del">
        <pc:chgData name="Paullo Estevam" userId="6a7db5c51fb4b330" providerId="LiveId" clId="{8B4A8F64-B30B-43FD-97CA-9FB5338A855E}" dt="2024-11-27T20:55:54.579" v="81" actId="47"/>
        <pc:sldMkLst>
          <pc:docMk/>
          <pc:sldMk cId="348001568" sldId="264"/>
        </pc:sldMkLst>
      </pc:sldChg>
      <pc:sldChg chg="del">
        <pc:chgData name="Paullo Estevam" userId="6a7db5c51fb4b330" providerId="LiveId" clId="{8B4A8F64-B30B-43FD-97CA-9FB5338A855E}" dt="2024-11-27T20:55:39.049" v="79" actId="47"/>
        <pc:sldMkLst>
          <pc:docMk/>
          <pc:sldMk cId="448388216" sldId="265"/>
        </pc:sldMkLst>
      </pc:sldChg>
      <pc:sldChg chg="addSp delSp modSp mod">
        <pc:chgData name="Paullo Estevam" userId="6a7db5c51fb4b330" providerId="LiveId" clId="{8B4A8F64-B30B-43FD-97CA-9FB5338A855E}" dt="2024-11-28T13:23:12.581" v="1351" actId="1076"/>
        <pc:sldMkLst>
          <pc:docMk/>
          <pc:sldMk cId="199460944" sldId="268"/>
        </pc:sldMkLst>
        <pc:spChg chg="mod">
          <ac:chgData name="Paullo Estevam" userId="6a7db5c51fb4b330" providerId="LiveId" clId="{8B4A8F64-B30B-43FD-97CA-9FB5338A855E}" dt="2024-11-28T13:23:09.653" v="1350" actId="14100"/>
          <ac:spMkLst>
            <pc:docMk/>
            <pc:sldMk cId="199460944" sldId="268"/>
            <ac:spMk id="9" creationId="{DB2BA1D5-9A2E-B30D-0F68-93FD5F338021}"/>
          </ac:spMkLst>
        </pc:spChg>
        <pc:spChg chg="add del">
          <ac:chgData name="Paullo Estevam" userId="6a7db5c51fb4b330" providerId="LiveId" clId="{8B4A8F64-B30B-43FD-97CA-9FB5338A855E}" dt="2024-11-28T13:22:53.856" v="1343" actId="22"/>
          <ac:spMkLst>
            <pc:docMk/>
            <pc:sldMk cId="199460944" sldId="268"/>
            <ac:spMk id="12" creationId="{845F1274-733F-8693-B3E7-8A40FFC1355A}"/>
          </ac:spMkLst>
        </pc:spChg>
        <pc:picChg chg="del">
          <ac:chgData name="Paullo Estevam" userId="6a7db5c51fb4b330" providerId="LiveId" clId="{8B4A8F64-B30B-43FD-97CA-9FB5338A855E}" dt="2024-11-28T00:08:31.013" v="1322" actId="478"/>
          <ac:picMkLst>
            <pc:docMk/>
            <pc:sldMk cId="199460944" sldId="268"/>
            <ac:picMk id="8" creationId="{21061A40-CDFF-D849-7D25-9551FC9CCBD9}"/>
          </ac:picMkLst>
        </pc:picChg>
        <pc:picChg chg="add del mod">
          <ac:chgData name="Paullo Estevam" userId="6a7db5c51fb4b330" providerId="LiveId" clId="{8B4A8F64-B30B-43FD-97CA-9FB5338A855E}" dt="2024-11-28T13:23:05.431" v="1348" actId="478"/>
          <ac:picMkLst>
            <pc:docMk/>
            <pc:sldMk cId="199460944" sldId="268"/>
            <ac:picMk id="10" creationId="{FDCBCA9F-91DF-43D4-FC39-21D74FDE940D}"/>
          </ac:picMkLst>
        </pc:picChg>
        <pc:picChg chg="add mod">
          <ac:chgData name="Paullo Estevam" userId="6a7db5c51fb4b330" providerId="LiveId" clId="{8B4A8F64-B30B-43FD-97CA-9FB5338A855E}" dt="2024-11-28T13:23:12.581" v="1351" actId="1076"/>
          <ac:picMkLst>
            <pc:docMk/>
            <pc:sldMk cId="199460944" sldId="268"/>
            <ac:picMk id="14" creationId="{D9796816-5C2E-2031-647A-D9D8D4FE0F88}"/>
          </ac:picMkLst>
        </pc:picChg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3593632650" sldId="270"/>
        </pc:sldMkLst>
      </pc:sldChg>
      <pc:sldChg chg="addSp delSp modSp mod delAnim">
        <pc:chgData name="Paullo Estevam" userId="6a7db5c51fb4b330" providerId="LiveId" clId="{8B4A8F64-B30B-43FD-97CA-9FB5338A855E}" dt="2024-11-27T23:57:49.194" v="1250" actId="1036"/>
        <pc:sldMkLst>
          <pc:docMk/>
          <pc:sldMk cId="657769478" sldId="271"/>
        </pc:sldMkLst>
        <pc:spChg chg="mod">
          <ac:chgData name="Paullo Estevam" userId="6a7db5c51fb4b330" providerId="LiveId" clId="{8B4A8F64-B30B-43FD-97CA-9FB5338A855E}" dt="2024-11-27T21:06:50.155" v="179"/>
          <ac:spMkLst>
            <pc:docMk/>
            <pc:sldMk cId="657769478" sldId="271"/>
            <ac:spMk id="2" creationId="{F905F62B-33EC-CA77-F0A2-A008801DC61D}"/>
          </ac:spMkLst>
        </pc:spChg>
        <pc:spChg chg="add mod">
          <ac:chgData name="Paullo Estevam" userId="6a7db5c51fb4b330" providerId="LiveId" clId="{8B4A8F64-B30B-43FD-97CA-9FB5338A855E}" dt="2024-11-27T23:57:49.194" v="1250" actId="1036"/>
          <ac:spMkLst>
            <pc:docMk/>
            <pc:sldMk cId="657769478" sldId="271"/>
            <ac:spMk id="3" creationId="{AA59750B-8C42-073C-96EB-0E6239573A44}"/>
          </ac:spMkLst>
        </pc:spChg>
        <pc:spChg chg="add mod">
          <ac:chgData name="Paullo Estevam" userId="6a7db5c51fb4b330" providerId="LiveId" clId="{8B4A8F64-B30B-43FD-97CA-9FB5338A855E}" dt="2024-11-27T21:05:35.640" v="152" actId="113"/>
          <ac:spMkLst>
            <pc:docMk/>
            <pc:sldMk cId="657769478" sldId="271"/>
            <ac:spMk id="5" creationId="{07BEC5C2-A04E-E747-CF08-4DE15E7463AD}"/>
          </ac:spMkLst>
        </pc:spChg>
        <pc:spChg chg="add mod">
          <ac:chgData name="Paullo Estevam" userId="6a7db5c51fb4b330" providerId="LiveId" clId="{8B4A8F64-B30B-43FD-97CA-9FB5338A855E}" dt="2024-11-27T21:06:42.195" v="177" actId="1076"/>
          <ac:spMkLst>
            <pc:docMk/>
            <pc:sldMk cId="657769478" sldId="271"/>
            <ac:spMk id="6" creationId="{89552A8D-7F11-3C68-774C-7E46151B40FA}"/>
          </ac:spMkLst>
        </pc:spChg>
        <pc:spChg chg="add mod">
          <ac:chgData name="Paullo Estevam" userId="6a7db5c51fb4b330" providerId="LiveId" clId="{8B4A8F64-B30B-43FD-97CA-9FB5338A855E}" dt="2024-11-27T21:06:32.686" v="175" actId="14100"/>
          <ac:spMkLst>
            <pc:docMk/>
            <pc:sldMk cId="657769478" sldId="271"/>
            <ac:spMk id="8" creationId="{E154A59C-7A11-C369-E0F5-05513EC17B44}"/>
          </ac:spMkLst>
        </pc:spChg>
        <pc:spChg chg="add mod">
          <ac:chgData name="Paullo Estevam" userId="6a7db5c51fb4b330" providerId="LiveId" clId="{8B4A8F64-B30B-43FD-97CA-9FB5338A855E}" dt="2024-11-27T21:14:10.566" v="212"/>
          <ac:spMkLst>
            <pc:docMk/>
            <pc:sldMk cId="657769478" sldId="271"/>
            <ac:spMk id="10" creationId="{281D8C5D-3D9F-0459-8461-CD5089369A32}"/>
          </ac:spMkLst>
        </pc:spChg>
        <pc:spChg chg="add mod">
          <ac:chgData name="Paullo Estevam" userId="6a7db5c51fb4b330" providerId="LiveId" clId="{8B4A8F64-B30B-43FD-97CA-9FB5338A855E}" dt="2024-11-27T21:14:10.566" v="212"/>
          <ac:spMkLst>
            <pc:docMk/>
            <pc:sldMk cId="657769478" sldId="271"/>
            <ac:spMk id="12" creationId="{167E66F5-776C-6FA4-3994-ABC35B9766D1}"/>
          </ac:spMkLst>
        </pc:spChg>
        <pc:spChg chg="add mod">
          <ac:chgData name="Paullo Estevam" userId="6a7db5c51fb4b330" providerId="LiveId" clId="{8B4A8F64-B30B-43FD-97CA-9FB5338A855E}" dt="2024-11-27T21:14:10.566" v="212"/>
          <ac:spMkLst>
            <pc:docMk/>
            <pc:sldMk cId="657769478" sldId="271"/>
            <ac:spMk id="14" creationId="{D436F8D4-0EEB-0CDF-B066-EB42064EC346}"/>
          </ac:spMkLst>
        </pc:spChg>
        <pc:spChg chg="add mod">
          <ac:chgData name="Paullo Estevam" userId="6a7db5c51fb4b330" providerId="LiveId" clId="{8B4A8F64-B30B-43FD-97CA-9FB5338A855E}" dt="2024-11-27T21:14:10.566" v="212"/>
          <ac:spMkLst>
            <pc:docMk/>
            <pc:sldMk cId="657769478" sldId="271"/>
            <ac:spMk id="16" creationId="{ECBA26F0-F679-CEA8-C0AF-79E242272858}"/>
          </ac:spMkLst>
        </pc:spChg>
        <pc:picChg chg="add del mod">
          <ac:chgData name="Paullo Estevam" userId="6a7db5c51fb4b330" providerId="LiveId" clId="{8B4A8F64-B30B-43FD-97CA-9FB5338A855E}" dt="2024-11-27T21:03:29.825" v="122" actId="21"/>
          <ac:picMkLst>
            <pc:docMk/>
            <pc:sldMk cId="657769478" sldId="271"/>
            <ac:picMk id="4" creationId="{D72DEB68-8533-50DD-2F0B-E29C92EF2ECF}"/>
          </ac:picMkLst>
        </pc:picChg>
        <pc:picChg chg="del">
          <ac:chgData name="Paullo Estevam" userId="6a7db5c51fb4b330" providerId="LiveId" clId="{8B4A8F64-B30B-43FD-97CA-9FB5338A855E}" dt="2024-11-27T20:53:59.981" v="65" actId="478"/>
          <ac:picMkLst>
            <pc:docMk/>
            <pc:sldMk cId="657769478" sldId="271"/>
            <ac:picMk id="7" creationId="{ED873A9C-2E84-9FF1-D682-E3C14602C0D8}"/>
          </ac:picMkLst>
        </pc:picChg>
        <pc:picChg chg="del">
          <ac:chgData name="Paullo Estevam" userId="6a7db5c51fb4b330" providerId="LiveId" clId="{8B4A8F64-B30B-43FD-97CA-9FB5338A855E}" dt="2024-11-27T20:53:59.981" v="65" actId="478"/>
          <ac:picMkLst>
            <pc:docMk/>
            <pc:sldMk cId="657769478" sldId="271"/>
            <ac:picMk id="9" creationId="{66729901-BAEB-45D5-1772-B04F132A828A}"/>
          </ac:picMkLst>
        </pc:picChg>
        <pc:picChg chg="del">
          <ac:chgData name="Paullo Estevam" userId="6a7db5c51fb4b330" providerId="LiveId" clId="{8B4A8F64-B30B-43FD-97CA-9FB5338A855E}" dt="2024-11-27T20:53:59.981" v="65" actId="478"/>
          <ac:picMkLst>
            <pc:docMk/>
            <pc:sldMk cId="657769478" sldId="271"/>
            <ac:picMk id="11" creationId="{2DFF6FE6-5FE6-61C6-B89A-5A71DFB4BDD9}"/>
          </ac:picMkLst>
        </pc:picChg>
        <pc:picChg chg="del">
          <ac:chgData name="Paullo Estevam" userId="6a7db5c51fb4b330" providerId="LiveId" clId="{8B4A8F64-B30B-43FD-97CA-9FB5338A855E}" dt="2024-11-27T20:53:59.981" v="65" actId="478"/>
          <ac:picMkLst>
            <pc:docMk/>
            <pc:sldMk cId="657769478" sldId="271"/>
            <ac:picMk id="13" creationId="{5552EC1A-9138-33BD-C915-6ADE98C4C87E}"/>
          </ac:picMkLst>
        </pc:picChg>
        <pc:picChg chg="del">
          <ac:chgData name="Paullo Estevam" userId="6a7db5c51fb4b330" providerId="LiveId" clId="{8B4A8F64-B30B-43FD-97CA-9FB5338A855E}" dt="2024-11-27T20:54:01.775" v="66" actId="478"/>
          <ac:picMkLst>
            <pc:docMk/>
            <pc:sldMk cId="657769478" sldId="271"/>
            <ac:picMk id="15" creationId="{092EFB88-C99D-51A7-1074-480416160BC4}"/>
          </ac:picMkLst>
        </pc:picChg>
        <pc:picChg chg="del">
          <ac:chgData name="Paullo Estevam" userId="6a7db5c51fb4b330" providerId="LiveId" clId="{8B4A8F64-B30B-43FD-97CA-9FB5338A855E}" dt="2024-11-27T20:54:01.775" v="66" actId="478"/>
          <ac:picMkLst>
            <pc:docMk/>
            <pc:sldMk cId="657769478" sldId="271"/>
            <ac:picMk id="17" creationId="{9220F4AB-2B91-E43F-87A7-FE9E42692FA1}"/>
          </ac:picMkLst>
        </pc:picChg>
        <pc:picChg chg="del">
          <ac:chgData name="Paullo Estevam" userId="6a7db5c51fb4b330" providerId="LiveId" clId="{8B4A8F64-B30B-43FD-97CA-9FB5338A855E}" dt="2024-11-27T20:54:01.775" v="66" actId="478"/>
          <ac:picMkLst>
            <pc:docMk/>
            <pc:sldMk cId="657769478" sldId="271"/>
            <ac:picMk id="19" creationId="{7AE27A82-9405-5228-3750-BAF6D097A844}"/>
          </ac:picMkLst>
        </pc:picChg>
        <pc:picChg chg="del">
          <ac:chgData name="Paullo Estevam" userId="6a7db5c51fb4b330" providerId="LiveId" clId="{8B4A8F64-B30B-43FD-97CA-9FB5338A855E}" dt="2024-11-27T20:53:57.247" v="64" actId="478"/>
          <ac:picMkLst>
            <pc:docMk/>
            <pc:sldMk cId="657769478" sldId="271"/>
            <ac:picMk id="21" creationId="{79D8E191-61A2-42DD-9488-F606924FF0D4}"/>
          </ac:picMkLst>
        </pc:picChg>
        <pc:picChg chg="del">
          <ac:chgData name="Paullo Estevam" userId="6a7db5c51fb4b330" providerId="LiveId" clId="{8B4A8F64-B30B-43FD-97CA-9FB5338A855E}" dt="2024-11-27T20:53:56.531" v="63" actId="478"/>
          <ac:picMkLst>
            <pc:docMk/>
            <pc:sldMk cId="657769478" sldId="271"/>
            <ac:picMk id="23" creationId="{7E73EFD1-1562-A8B0-9FD3-6D7F26757AE4}"/>
          </ac:picMkLst>
        </pc:picChg>
        <pc:picChg chg="del">
          <ac:chgData name="Paullo Estevam" userId="6a7db5c51fb4b330" providerId="LiveId" clId="{8B4A8F64-B30B-43FD-97CA-9FB5338A855E}" dt="2024-11-27T20:53:59.981" v="65" actId="478"/>
          <ac:picMkLst>
            <pc:docMk/>
            <pc:sldMk cId="657769478" sldId="271"/>
            <ac:picMk id="25" creationId="{CC6BD74C-8FF8-8764-72AF-DBAA1E32771E}"/>
          </ac:picMkLst>
        </pc:picChg>
        <pc:picChg chg="add mod">
          <ac:chgData name="Paullo Estevam" userId="6a7db5c51fb4b330" providerId="LiveId" clId="{8B4A8F64-B30B-43FD-97CA-9FB5338A855E}" dt="2024-11-27T21:06:43.585" v="178" actId="1076"/>
          <ac:picMkLst>
            <pc:docMk/>
            <pc:sldMk cId="657769478" sldId="271"/>
            <ac:picMk id="1026" creationId="{BA4ED15B-86EE-9F68-9D51-54F0826590F0}"/>
          </ac:picMkLst>
        </pc:picChg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2283759418" sldId="273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4111383003" sldId="274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3886277805" sldId="275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3650863722" sldId="276"/>
        </pc:sldMkLst>
      </pc:sldChg>
      <pc:sldChg chg="del">
        <pc:chgData name="Paullo Estevam" userId="6a7db5c51fb4b330" providerId="LiveId" clId="{8B4A8F64-B30B-43FD-97CA-9FB5338A855E}" dt="2024-11-27T21:07:40.581" v="203" actId="47"/>
        <pc:sldMkLst>
          <pc:docMk/>
          <pc:sldMk cId="1445619718" sldId="277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1841180361" sldId="278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3088484630" sldId="279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1253586616" sldId="280"/>
        </pc:sldMkLst>
      </pc:sldChg>
      <pc:sldChg chg="del">
        <pc:chgData name="Paullo Estevam" userId="6a7db5c51fb4b330" providerId="LiveId" clId="{8B4A8F64-B30B-43FD-97CA-9FB5338A855E}" dt="2024-11-27T20:53:20.577" v="27" actId="47"/>
        <pc:sldMkLst>
          <pc:docMk/>
          <pc:sldMk cId="3700189217" sldId="281"/>
        </pc:sldMkLst>
      </pc:sldChg>
      <pc:sldChg chg="addSp delSp modSp mod setBg">
        <pc:chgData name="Paullo Estevam" userId="6a7db5c51fb4b330" providerId="LiveId" clId="{8B4A8F64-B30B-43FD-97CA-9FB5338A855E}" dt="2024-11-28T13:57:54.196" v="1372" actId="478"/>
        <pc:sldMkLst>
          <pc:docMk/>
          <pc:sldMk cId="574822534" sldId="282"/>
        </pc:sldMkLst>
        <pc:spChg chg="mod">
          <ac:chgData name="Paullo Estevam" userId="6a7db5c51fb4b330" providerId="LiveId" clId="{8B4A8F64-B30B-43FD-97CA-9FB5338A855E}" dt="2024-11-27T21:46:29.500" v="1096" actId="26606"/>
          <ac:spMkLst>
            <pc:docMk/>
            <pc:sldMk cId="574822534" sldId="282"/>
            <ac:spMk id="2" creationId="{085950A0-6591-76A8-7816-E6801AAB4904}"/>
          </ac:spMkLst>
        </pc:spChg>
        <pc:spChg chg="mod">
          <ac:chgData name="Paullo Estevam" userId="6a7db5c51fb4b330" providerId="LiveId" clId="{8B4A8F64-B30B-43FD-97CA-9FB5338A855E}" dt="2024-11-27T21:46:29.500" v="1096" actId="26606"/>
          <ac:spMkLst>
            <pc:docMk/>
            <pc:sldMk cId="574822534" sldId="282"/>
            <ac:spMk id="3" creationId="{6EE63A37-CC2E-BB72-1EB3-DDD9E9297504}"/>
          </ac:spMkLst>
        </pc:spChg>
        <pc:spChg chg="add del">
          <ac:chgData name="Paullo Estevam" userId="6a7db5c51fb4b330" providerId="LiveId" clId="{8B4A8F64-B30B-43FD-97CA-9FB5338A855E}" dt="2024-11-28T13:52:27.493" v="1354" actId="22"/>
          <ac:spMkLst>
            <pc:docMk/>
            <pc:sldMk cId="574822534" sldId="282"/>
            <ac:spMk id="5" creationId="{F1B876C8-83A6-A86E-802D-851B2190FE37}"/>
          </ac:spMkLst>
        </pc:spChg>
        <pc:spChg chg="del mod">
          <ac:chgData name="Paullo Estevam" userId="6a7db5c51fb4b330" providerId="LiveId" clId="{8B4A8F64-B30B-43FD-97CA-9FB5338A855E}" dt="2024-11-27T21:39:58.744" v="987" actId="478"/>
          <ac:spMkLst>
            <pc:docMk/>
            <pc:sldMk cId="574822534" sldId="282"/>
            <ac:spMk id="7" creationId="{CF19173B-E839-9A30-A6CD-DC2C41C39078}"/>
          </ac:spMkLst>
        </pc:spChg>
        <pc:spChg chg="add del">
          <ac:chgData name="Paullo Estevam" userId="6a7db5c51fb4b330" providerId="LiveId" clId="{8B4A8F64-B30B-43FD-97CA-9FB5338A855E}" dt="2024-11-27T21:40:31.843" v="995" actId="26606"/>
          <ac:spMkLst>
            <pc:docMk/>
            <pc:sldMk cId="574822534" sldId="282"/>
            <ac:spMk id="14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7T21:42:13.543" v="1007" actId="26606"/>
          <ac:spMkLst>
            <pc:docMk/>
            <pc:sldMk cId="574822534" sldId="282"/>
            <ac:spMk id="15" creationId="{B8144315-1C5A-4185-A952-25D98D303D46}"/>
          </ac:spMkLst>
        </pc:spChg>
        <pc:spChg chg="add">
          <ac:chgData name="Paullo Estevam" userId="6a7db5c51fb4b330" providerId="LiveId" clId="{8B4A8F64-B30B-43FD-97CA-9FB5338A855E}" dt="2024-11-27T21:46:29.500" v="1096" actId="26606"/>
          <ac:spMkLst>
            <pc:docMk/>
            <pc:sldMk cId="574822534" sldId="282"/>
            <ac:spMk id="23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7T21:40:34.063" v="997" actId="26606"/>
          <ac:spMkLst>
            <pc:docMk/>
            <pc:sldMk cId="574822534" sldId="282"/>
            <ac:spMk id="24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7T21:40:42.438" v="999" actId="26606"/>
          <ac:spMkLst>
            <pc:docMk/>
            <pc:sldMk cId="574822534" sldId="282"/>
            <ac:spMk id="31" creationId="{B8144315-1C5A-4185-A952-25D98D303D46}"/>
          </ac:spMkLst>
        </pc:spChg>
        <pc:grpChg chg="add del">
          <ac:chgData name="Paullo Estevam" userId="6a7db5c51fb4b330" providerId="LiveId" clId="{8B4A8F64-B30B-43FD-97CA-9FB5338A855E}" dt="2024-11-27T21:40:31.843" v="995" actId="26606"/>
          <ac:grpSpMkLst>
            <pc:docMk/>
            <pc:sldMk cId="574822534" sldId="282"/>
            <ac:grpSpMk id="10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7T21:42:13.543" v="1007" actId="26606"/>
          <ac:grpSpMkLst>
            <pc:docMk/>
            <pc:sldMk cId="574822534" sldId="282"/>
            <ac:grpSpMk id="11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1:46:29.500" v="1096" actId="26606"/>
          <ac:grpSpMkLst>
            <pc:docMk/>
            <pc:sldMk cId="574822534" sldId="282"/>
            <ac:grpSpMk id="13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7T21:40:31.843" v="995" actId="26606"/>
          <ac:grpSpMkLst>
            <pc:docMk/>
            <pc:sldMk cId="574822534" sldId="282"/>
            <ac:grpSpMk id="16" creationId="{7E2D86BB-893F-471B-AD66-50E01777C082}"/>
          </ac:grpSpMkLst>
        </pc:grpChg>
        <pc:grpChg chg="add del">
          <ac:chgData name="Paullo Estevam" userId="6a7db5c51fb4b330" providerId="LiveId" clId="{8B4A8F64-B30B-43FD-97CA-9FB5338A855E}" dt="2024-11-27T21:42:13.543" v="1007" actId="26606"/>
          <ac:grpSpMkLst>
            <pc:docMk/>
            <pc:sldMk cId="574822534" sldId="282"/>
            <ac:grpSpMk id="17" creationId="{25A657F0-42F3-40D3-BC75-7DA1F5C6A225}"/>
          </ac:grpSpMkLst>
        </pc:grpChg>
        <pc:grpChg chg="add">
          <ac:chgData name="Paullo Estevam" userId="6a7db5c51fb4b330" providerId="LiveId" clId="{8B4A8F64-B30B-43FD-97CA-9FB5338A855E}" dt="2024-11-27T21:46:29.500" v="1096" actId="26606"/>
          <ac:grpSpMkLst>
            <pc:docMk/>
            <pc:sldMk cId="574822534" sldId="282"/>
            <ac:grpSpMk id="19" creationId="{25A657F0-42F3-40D3-BC75-7DA1F5C6A225}"/>
          </ac:grpSpMkLst>
        </pc:grpChg>
        <pc:grpChg chg="add del">
          <ac:chgData name="Paullo Estevam" userId="6a7db5c51fb4b330" providerId="LiveId" clId="{8B4A8F64-B30B-43FD-97CA-9FB5338A855E}" dt="2024-11-27T21:40:34.063" v="997" actId="26606"/>
          <ac:grpSpMkLst>
            <pc:docMk/>
            <pc:sldMk cId="574822534" sldId="282"/>
            <ac:grpSpMk id="21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7T21:40:34.063" v="997" actId="26606"/>
          <ac:grpSpMkLst>
            <pc:docMk/>
            <pc:sldMk cId="574822534" sldId="282"/>
            <ac:grpSpMk id="25" creationId="{25A657F0-42F3-40D3-BC75-7DA1F5C6A225}"/>
          </ac:grpSpMkLst>
        </pc:grpChg>
        <pc:grpChg chg="add del">
          <ac:chgData name="Paullo Estevam" userId="6a7db5c51fb4b330" providerId="LiveId" clId="{8B4A8F64-B30B-43FD-97CA-9FB5338A855E}" dt="2024-11-27T21:40:42.438" v="999" actId="26606"/>
          <ac:grpSpMkLst>
            <pc:docMk/>
            <pc:sldMk cId="574822534" sldId="282"/>
            <ac:grpSpMk id="30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7T21:40:42.438" v="999" actId="26606"/>
          <ac:grpSpMkLst>
            <pc:docMk/>
            <pc:sldMk cId="574822534" sldId="282"/>
            <ac:grpSpMk id="32" creationId="{25A657F0-42F3-40D3-BC75-7DA1F5C6A225}"/>
          </ac:grpSpMkLst>
        </pc:grpChg>
        <pc:graphicFrameChg chg="add del mod modGraphic">
          <ac:chgData name="Paullo Estevam" userId="6a7db5c51fb4b330" providerId="LiveId" clId="{8B4A8F64-B30B-43FD-97CA-9FB5338A855E}" dt="2024-11-27T21:40:05.283" v="991" actId="478"/>
          <ac:graphicFrameMkLst>
            <pc:docMk/>
            <pc:sldMk cId="574822534" sldId="282"/>
            <ac:graphicFrameMk id="4" creationId="{D110032C-F77F-0CA1-D2F5-83B524EE6842}"/>
          </ac:graphicFrameMkLst>
        </pc:graphicFrameChg>
        <pc:graphicFrameChg chg="add del mod modGraphic">
          <ac:chgData name="Paullo Estevam" userId="6a7db5c51fb4b330" providerId="LiveId" clId="{8B4A8F64-B30B-43FD-97CA-9FB5338A855E}" dt="2024-11-27T21:41:56.103" v="1002" actId="478"/>
          <ac:graphicFrameMkLst>
            <pc:docMk/>
            <pc:sldMk cId="574822534" sldId="282"/>
            <ac:graphicFrameMk id="5" creationId="{DAA5AB46-90C0-E908-8D65-6A998E0C5BE4}"/>
          </ac:graphicFrameMkLst>
        </pc:graphicFrameChg>
        <pc:graphicFrameChg chg="add del mod modGraphic">
          <ac:chgData name="Paullo Estevam" userId="6a7db5c51fb4b330" providerId="LiveId" clId="{8B4A8F64-B30B-43FD-97CA-9FB5338A855E}" dt="2024-11-27T21:42:15.272" v="1008" actId="478"/>
          <ac:graphicFrameMkLst>
            <pc:docMk/>
            <pc:sldMk cId="574822534" sldId="282"/>
            <ac:graphicFrameMk id="6" creationId="{F0D4C35B-BAB4-D331-836D-CF3569BB71CA}"/>
          </ac:graphicFrameMkLst>
        </pc:graphicFrameChg>
        <pc:graphicFrameChg chg="add mod modGraphic">
          <ac:chgData name="Paullo Estevam" userId="6a7db5c51fb4b330" providerId="LiveId" clId="{8B4A8F64-B30B-43FD-97CA-9FB5338A855E}" dt="2024-11-27T21:57:59.277" v="1126" actId="113"/>
          <ac:graphicFrameMkLst>
            <pc:docMk/>
            <pc:sldMk cId="574822534" sldId="282"/>
            <ac:graphicFrameMk id="8" creationId="{BC87EB64-8CF4-6A73-E3BF-FF353D73D12A}"/>
          </ac:graphicFrameMkLst>
        </pc:graphicFrameChg>
        <pc:picChg chg="add del mod">
          <ac:chgData name="Paullo Estevam" userId="6a7db5c51fb4b330" providerId="LiveId" clId="{8B4A8F64-B30B-43FD-97CA-9FB5338A855E}" dt="2024-11-28T13:57:54.196" v="1372" actId="478"/>
          <ac:picMkLst>
            <pc:docMk/>
            <pc:sldMk cId="574822534" sldId="282"/>
            <ac:picMk id="7" creationId="{6BE867EB-FD5D-15B3-7279-DDDA67D4AC7C}"/>
          </ac:picMkLst>
        </pc:picChg>
        <pc:picChg chg="del">
          <ac:chgData name="Paullo Estevam" userId="6a7db5c51fb4b330" providerId="LiveId" clId="{8B4A8F64-B30B-43FD-97CA-9FB5338A855E}" dt="2024-11-27T21:28:32.407" v="923" actId="478"/>
          <ac:picMkLst>
            <pc:docMk/>
            <pc:sldMk cId="574822534" sldId="282"/>
            <ac:picMk id="2050" creationId="{401EA0B4-B948-9CD8-C875-CC6AFD5D0E67}"/>
          </ac:picMkLst>
        </pc:picChg>
        <pc:picChg chg="del">
          <ac:chgData name="Paullo Estevam" userId="6a7db5c51fb4b330" providerId="LiveId" clId="{8B4A8F64-B30B-43FD-97CA-9FB5338A855E}" dt="2024-11-27T21:28:32.802" v="924" actId="478"/>
          <ac:picMkLst>
            <pc:docMk/>
            <pc:sldMk cId="574822534" sldId="282"/>
            <ac:picMk id="2056" creationId="{8384B2E6-E0C9-FA33-8D15-CA7533405733}"/>
          </ac:picMkLst>
        </pc:picChg>
        <pc:picChg chg="del">
          <ac:chgData name="Paullo Estevam" userId="6a7db5c51fb4b330" providerId="LiveId" clId="{8B4A8F64-B30B-43FD-97CA-9FB5338A855E}" dt="2024-11-27T21:28:33.345" v="925" actId="478"/>
          <ac:picMkLst>
            <pc:docMk/>
            <pc:sldMk cId="574822534" sldId="282"/>
            <ac:picMk id="2058" creationId="{4872EE2D-EBDC-6627-9CAE-57E1D067ED0E}"/>
          </ac:picMkLst>
        </pc:picChg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1134790476" sldId="284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267124703" sldId="285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1407811282" sldId="286"/>
        </pc:sldMkLst>
      </pc:sldChg>
      <pc:sldChg chg="del">
        <pc:chgData name="Paullo Estevam" userId="6a7db5c51fb4b330" providerId="LiveId" clId="{8B4A8F64-B30B-43FD-97CA-9FB5338A855E}" dt="2024-11-27T20:55:44.924" v="80" actId="47"/>
        <pc:sldMkLst>
          <pc:docMk/>
          <pc:sldMk cId="1223052657" sldId="289"/>
        </pc:sldMkLst>
      </pc:sldChg>
      <pc:sldChg chg="addSp delSp modSp mod">
        <pc:chgData name="Paullo Estevam" userId="6a7db5c51fb4b330" providerId="LiveId" clId="{8B4A8F64-B30B-43FD-97CA-9FB5338A855E}" dt="2024-11-28T13:02:20.875" v="1341" actId="404"/>
        <pc:sldMkLst>
          <pc:docMk/>
          <pc:sldMk cId="2254859679" sldId="291"/>
        </pc:sldMkLst>
        <pc:spChg chg="mod">
          <ac:chgData name="Paullo Estevam" userId="6a7db5c51fb4b330" providerId="LiveId" clId="{8B4A8F64-B30B-43FD-97CA-9FB5338A855E}" dt="2024-11-27T21:07:37.310" v="202" actId="20577"/>
          <ac:spMkLst>
            <pc:docMk/>
            <pc:sldMk cId="2254859679" sldId="291"/>
            <ac:spMk id="2" creationId="{085950A0-6591-76A8-7816-E6801AAB4904}"/>
          </ac:spMkLst>
        </pc:spChg>
        <pc:spChg chg="add del mod">
          <ac:chgData name="Paullo Estevam" userId="6a7db5c51fb4b330" providerId="LiveId" clId="{8B4A8F64-B30B-43FD-97CA-9FB5338A855E}" dt="2024-11-27T21:13:54.417" v="208" actId="478"/>
          <ac:spMkLst>
            <pc:docMk/>
            <pc:sldMk cId="2254859679" sldId="291"/>
            <ac:spMk id="6" creationId="{3D8470CA-88B7-10D2-CED1-04E62E4726DD}"/>
          </ac:spMkLst>
        </pc:spChg>
        <pc:spChg chg="del">
          <ac:chgData name="Paullo Estevam" userId="6a7db5c51fb4b330" providerId="LiveId" clId="{8B4A8F64-B30B-43FD-97CA-9FB5338A855E}" dt="2024-11-27T21:01:47.333" v="84" actId="478"/>
          <ac:spMkLst>
            <pc:docMk/>
            <pc:sldMk cId="2254859679" sldId="291"/>
            <ac:spMk id="7" creationId="{CF19173B-E839-9A30-A6CD-DC2C41C39078}"/>
          </ac:spMkLst>
        </pc:spChg>
        <pc:spChg chg="add del mod">
          <ac:chgData name="Paullo Estevam" userId="6a7db5c51fb4b330" providerId="LiveId" clId="{8B4A8F64-B30B-43FD-97CA-9FB5338A855E}" dt="2024-11-27T21:25:17.190" v="797" actId="478"/>
          <ac:spMkLst>
            <pc:docMk/>
            <pc:sldMk cId="2254859679" sldId="291"/>
            <ac:spMk id="8" creationId="{74397006-722E-1C00-782B-F1E5B5002E00}"/>
          </ac:spMkLst>
        </pc:spChg>
        <pc:spChg chg="add mod">
          <ac:chgData name="Paullo Estevam" userId="6a7db5c51fb4b330" providerId="LiveId" clId="{8B4A8F64-B30B-43FD-97CA-9FB5338A855E}" dt="2024-11-27T21:13:54.723" v="209"/>
          <ac:spMkLst>
            <pc:docMk/>
            <pc:sldMk cId="2254859679" sldId="291"/>
            <ac:spMk id="9" creationId="{7DAC3EA4-6B55-25DB-22CF-C51D2356AE50}"/>
          </ac:spMkLst>
        </pc:spChg>
        <pc:spChg chg="add del mod">
          <ac:chgData name="Paullo Estevam" userId="6a7db5c51fb4b330" providerId="LiveId" clId="{8B4A8F64-B30B-43FD-97CA-9FB5338A855E}" dt="2024-11-27T21:22:34.814" v="606" actId="478"/>
          <ac:spMkLst>
            <pc:docMk/>
            <pc:sldMk cId="2254859679" sldId="291"/>
            <ac:spMk id="10" creationId="{16AAF4D9-8593-49F7-BA01-1C8A13662626}"/>
          </ac:spMkLst>
        </pc:spChg>
        <pc:spChg chg="add del mod">
          <ac:chgData name="Paullo Estevam" userId="6a7db5c51fb4b330" providerId="LiveId" clId="{8B4A8F64-B30B-43FD-97CA-9FB5338A855E}" dt="2024-11-27T21:22:33.274" v="605" actId="478"/>
          <ac:spMkLst>
            <pc:docMk/>
            <pc:sldMk cId="2254859679" sldId="291"/>
            <ac:spMk id="11" creationId="{5348F60D-B81B-061D-BD8B-3C49E3EF57FB}"/>
          </ac:spMkLst>
        </pc:spChg>
        <pc:spChg chg="add del mod">
          <ac:chgData name="Paullo Estevam" userId="6a7db5c51fb4b330" providerId="LiveId" clId="{8B4A8F64-B30B-43FD-97CA-9FB5338A855E}" dt="2024-11-27T21:14:41.264" v="214" actId="478"/>
          <ac:spMkLst>
            <pc:docMk/>
            <pc:sldMk cId="2254859679" sldId="291"/>
            <ac:spMk id="12" creationId="{FF7E5852-AC67-DA00-8FBF-BA5138EDB245}"/>
          </ac:spMkLst>
        </pc:spChg>
        <pc:spChg chg="add mod">
          <ac:chgData name="Paullo Estevam" userId="6a7db5c51fb4b330" providerId="LiveId" clId="{8B4A8F64-B30B-43FD-97CA-9FB5338A855E}" dt="2024-11-27T21:14:02.315" v="211"/>
          <ac:spMkLst>
            <pc:docMk/>
            <pc:sldMk cId="2254859679" sldId="291"/>
            <ac:spMk id="13" creationId="{AA011C9A-5943-9BB3-B0E0-4019F5D561F3}"/>
          </ac:spMkLst>
        </pc:spChg>
        <pc:spChg chg="add mod">
          <ac:chgData name="Paullo Estevam" userId="6a7db5c51fb4b330" providerId="LiveId" clId="{8B4A8F64-B30B-43FD-97CA-9FB5338A855E}" dt="2024-11-27T21:14:02.315" v="211"/>
          <ac:spMkLst>
            <pc:docMk/>
            <pc:sldMk cId="2254859679" sldId="291"/>
            <ac:spMk id="14" creationId="{DE3D7D6E-B016-1668-B2EB-760F593E0EFD}"/>
          </ac:spMkLst>
        </pc:spChg>
        <pc:spChg chg="add mod">
          <ac:chgData name="Paullo Estevam" userId="6a7db5c51fb4b330" providerId="LiveId" clId="{8B4A8F64-B30B-43FD-97CA-9FB5338A855E}" dt="2024-11-27T21:14:02.315" v="211"/>
          <ac:spMkLst>
            <pc:docMk/>
            <pc:sldMk cId="2254859679" sldId="291"/>
            <ac:spMk id="15" creationId="{8D1FFC08-7CCB-F824-B624-4A57092C7157}"/>
          </ac:spMkLst>
        </pc:spChg>
        <pc:spChg chg="add mod">
          <ac:chgData name="Paullo Estevam" userId="6a7db5c51fb4b330" providerId="LiveId" clId="{8B4A8F64-B30B-43FD-97CA-9FB5338A855E}" dt="2024-11-27T21:14:02.315" v="211"/>
          <ac:spMkLst>
            <pc:docMk/>
            <pc:sldMk cId="2254859679" sldId="291"/>
            <ac:spMk id="16" creationId="{66EDBAB7-DAF7-A923-9869-7697EF559266}"/>
          </ac:spMkLst>
        </pc:spChg>
        <pc:spChg chg="add mod">
          <ac:chgData name="Paullo Estevam" userId="6a7db5c51fb4b330" providerId="LiveId" clId="{8B4A8F64-B30B-43FD-97CA-9FB5338A855E}" dt="2024-11-27T21:22:29.824" v="604" actId="1037"/>
          <ac:spMkLst>
            <pc:docMk/>
            <pc:sldMk cId="2254859679" sldId="291"/>
            <ac:spMk id="17" creationId="{DA01587E-028D-E3DB-F8C9-F124ABEF7724}"/>
          </ac:spMkLst>
        </pc:spChg>
        <pc:spChg chg="add mod">
          <ac:chgData name="Paullo Estevam" userId="6a7db5c51fb4b330" providerId="LiveId" clId="{8B4A8F64-B30B-43FD-97CA-9FB5338A855E}" dt="2024-11-27T21:22:29.824" v="604" actId="1037"/>
          <ac:spMkLst>
            <pc:docMk/>
            <pc:sldMk cId="2254859679" sldId="291"/>
            <ac:spMk id="18" creationId="{0644C07B-2F09-5071-5385-D4950E70F13E}"/>
          </ac:spMkLst>
        </pc:spChg>
        <pc:spChg chg="add mod">
          <ac:chgData name="Paullo Estevam" userId="6a7db5c51fb4b330" providerId="LiveId" clId="{8B4A8F64-B30B-43FD-97CA-9FB5338A855E}" dt="2024-11-27T21:22:29.824" v="604" actId="1037"/>
          <ac:spMkLst>
            <pc:docMk/>
            <pc:sldMk cId="2254859679" sldId="291"/>
            <ac:spMk id="19" creationId="{703CD349-6049-DF91-F6A1-5D34A1AA5EE4}"/>
          </ac:spMkLst>
        </pc:spChg>
        <pc:spChg chg="add mod">
          <ac:chgData name="Paullo Estevam" userId="6a7db5c51fb4b330" providerId="LiveId" clId="{8B4A8F64-B30B-43FD-97CA-9FB5338A855E}" dt="2024-11-27T21:26:50.210" v="883" actId="1037"/>
          <ac:spMkLst>
            <pc:docMk/>
            <pc:sldMk cId="2254859679" sldId="291"/>
            <ac:spMk id="20" creationId="{866A2C97-2CAD-71EE-6024-4150FE3E35BF}"/>
          </ac:spMkLst>
        </pc:spChg>
        <pc:spChg chg="add del mod">
          <ac:chgData name="Paullo Estevam" userId="6a7db5c51fb4b330" providerId="LiveId" clId="{8B4A8F64-B30B-43FD-97CA-9FB5338A855E}" dt="2024-11-27T21:21:55.623" v="558" actId="478"/>
          <ac:spMkLst>
            <pc:docMk/>
            <pc:sldMk cId="2254859679" sldId="291"/>
            <ac:spMk id="21" creationId="{F163B047-F29B-E661-E664-4E55397F4BF7}"/>
          </ac:spMkLst>
        </pc:spChg>
        <pc:spChg chg="add del mod">
          <ac:chgData name="Paullo Estevam" userId="6a7db5c51fb4b330" providerId="LiveId" clId="{8B4A8F64-B30B-43FD-97CA-9FB5338A855E}" dt="2024-11-27T21:21:54.144" v="557" actId="478"/>
          <ac:spMkLst>
            <pc:docMk/>
            <pc:sldMk cId="2254859679" sldId="291"/>
            <ac:spMk id="22" creationId="{055338E0-45DA-6DCD-B84E-6E89D4D3F076}"/>
          </ac:spMkLst>
        </pc:spChg>
        <pc:spChg chg="add del mod">
          <ac:chgData name="Paullo Estevam" userId="6a7db5c51fb4b330" providerId="LiveId" clId="{8B4A8F64-B30B-43FD-97CA-9FB5338A855E}" dt="2024-11-27T21:21:36.594" v="548" actId="478"/>
          <ac:spMkLst>
            <pc:docMk/>
            <pc:sldMk cId="2254859679" sldId="291"/>
            <ac:spMk id="23" creationId="{0C2E32BE-1A02-4866-EBBD-6FDCFD23F9C2}"/>
          </ac:spMkLst>
        </pc:spChg>
        <pc:spChg chg="add del mod">
          <ac:chgData name="Paullo Estevam" userId="6a7db5c51fb4b330" providerId="LiveId" clId="{8B4A8F64-B30B-43FD-97CA-9FB5338A855E}" dt="2024-11-27T21:21:39.214" v="550" actId="478"/>
          <ac:spMkLst>
            <pc:docMk/>
            <pc:sldMk cId="2254859679" sldId="291"/>
            <ac:spMk id="24" creationId="{F090BACF-509E-98B7-2A0A-A7A0B3D44435}"/>
          </ac:spMkLst>
        </pc:spChg>
        <pc:spChg chg="add del mod">
          <ac:chgData name="Paullo Estevam" userId="6a7db5c51fb4b330" providerId="LiveId" clId="{8B4A8F64-B30B-43FD-97CA-9FB5338A855E}" dt="2024-11-27T21:21:40.068" v="551" actId="478"/>
          <ac:spMkLst>
            <pc:docMk/>
            <pc:sldMk cId="2254859679" sldId="291"/>
            <ac:spMk id="25" creationId="{4D4581C6-FA35-874B-E683-F2D1F15FB2EF}"/>
          </ac:spMkLst>
        </pc:spChg>
        <pc:spChg chg="add del mod">
          <ac:chgData name="Paullo Estevam" userId="6a7db5c51fb4b330" providerId="LiveId" clId="{8B4A8F64-B30B-43FD-97CA-9FB5338A855E}" dt="2024-11-27T21:21:41.037" v="552" actId="478"/>
          <ac:spMkLst>
            <pc:docMk/>
            <pc:sldMk cId="2254859679" sldId="291"/>
            <ac:spMk id="26" creationId="{68654C62-82E4-177C-7C35-4136D37F4C9F}"/>
          </ac:spMkLst>
        </pc:spChg>
        <pc:spChg chg="add mod">
          <ac:chgData name="Paullo Estevam" userId="6a7db5c51fb4b330" providerId="LiveId" clId="{8B4A8F64-B30B-43FD-97CA-9FB5338A855E}" dt="2024-11-27T21:16:03.519" v="249" actId="1076"/>
          <ac:spMkLst>
            <pc:docMk/>
            <pc:sldMk cId="2254859679" sldId="291"/>
            <ac:spMk id="27" creationId="{DF166949-A02D-EE79-B5AB-3BD462EB61AD}"/>
          </ac:spMkLst>
        </pc:spChg>
        <pc:spChg chg="add mod">
          <ac:chgData name="Paullo Estevam" userId="6a7db5c51fb4b330" providerId="LiveId" clId="{8B4A8F64-B30B-43FD-97CA-9FB5338A855E}" dt="2024-11-27T21:16:03.519" v="249" actId="1076"/>
          <ac:spMkLst>
            <pc:docMk/>
            <pc:sldMk cId="2254859679" sldId="291"/>
            <ac:spMk id="28" creationId="{F7019E17-CCBA-32E8-9D4B-D2DAC432F26B}"/>
          </ac:spMkLst>
        </pc:spChg>
        <pc:spChg chg="add del mod">
          <ac:chgData name="Paullo Estevam" userId="6a7db5c51fb4b330" providerId="LiveId" clId="{8B4A8F64-B30B-43FD-97CA-9FB5338A855E}" dt="2024-11-27T21:21:44.074" v="555" actId="478"/>
          <ac:spMkLst>
            <pc:docMk/>
            <pc:sldMk cId="2254859679" sldId="291"/>
            <ac:spMk id="29" creationId="{96049ED1-A42B-51C7-35B6-D4775DE7659F}"/>
          </ac:spMkLst>
        </pc:spChg>
        <pc:spChg chg="add del mod">
          <ac:chgData name="Paullo Estevam" userId="6a7db5c51fb4b330" providerId="LiveId" clId="{8B4A8F64-B30B-43FD-97CA-9FB5338A855E}" dt="2024-11-27T21:21:43.459" v="554" actId="478"/>
          <ac:spMkLst>
            <pc:docMk/>
            <pc:sldMk cId="2254859679" sldId="291"/>
            <ac:spMk id="30" creationId="{DCA9CE8B-B33A-6628-79CA-E941F415E491}"/>
          </ac:spMkLst>
        </pc:spChg>
        <pc:spChg chg="add del mod">
          <ac:chgData name="Paullo Estevam" userId="6a7db5c51fb4b330" providerId="LiveId" clId="{8B4A8F64-B30B-43FD-97CA-9FB5338A855E}" dt="2024-11-27T21:21:48.284" v="556" actId="478"/>
          <ac:spMkLst>
            <pc:docMk/>
            <pc:sldMk cId="2254859679" sldId="291"/>
            <ac:spMk id="31" creationId="{4D44C07E-E4B5-DEA5-E319-790467DFA0CE}"/>
          </ac:spMkLst>
        </pc:spChg>
        <pc:spChg chg="add del mod">
          <ac:chgData name="Paullo Estevam" userId="6a7db5c51fb4b330" providerId="LiveId" clId="{8B4A8F64-B30B-43FD-97CA-9FB5338A855E}" dt="2024-11-27T21:21:41.858" v="553" actId="478"/>
          <ac:spMkLst>
            <pc:docMk/>
            <pc:sldMk cId="2254859679" sldId="291"/>
            <ac:spMk id="32" creationId="{A4B46456-755D-1AC7-76D3-CB4FD0306B87}"/>
          </ac:spMkLst>
        </pc:spChg>
        <pc:spChg chg="add del mod">
          <ac:chgData name="Paullo Estevam" userId="6a7db5c51fb4b330" providerId="LiveId" clId="{8B4A8F64-B30B-43FD-97CA-9FB5338A855E}" dt="2024-11-27T21:17:01.679" v="267" actId="478"/>
          <ac:spMkLst>
            <pc:docMk/>
            <pc:sldMk cId="2254859679" sldId="291"/>
            <ac:spMk id="33" creationId="{6CCE14BF-6C60-92E1-838C-8EE8423A4B20}"/>
          </ac:spMkLst>
        </pc:spChg>
        <pc:spChg chg="add mod">
          <ac:chgData name="Paullo Estevam" userId="6a7db5c51fb4b330" providerId="LiveId" clId="{8B4A8F64-B30B-43FD-97CA-9FB5338A855E}" dt="2024-11-27T21:31:50.457" v="967" actId="20577"/>
          <ac:spMkLst>
            <pc:docMk/>
            <pc:sldMk cId="2254859679" sldId="291"/>
            <ac:spMk id="34" creationId="{434444BB-31F8-8AD7-BA4F-BA5ADE21EBE6}"/>
          </ac:spMkLst>
        </pc:spChg>
        <pc:spChg chg="add del mod">
          <ac:chgData name="Paullo Estevam" userId="6a7db5c51fb4b330" providerId="LiveId" clId="{8B4A8F64-B30B-43FD-97CA-9FB5338A855E}" dt="2024-11-27T21:20:25.404" v="514" actId="478"/>
          <ac:spMkLst>
            <pc:docMk/>
            <pc:sldMk cId="2254859679" sldId="291"/>
            <ac:spMk id="35" creationId="{467EE115-B035-082C-F375-90E07AAA0A94}"/>
          </ac:spMkLst>
        </pc:spChg>
        <pc:spChg chg="add del mod">
          <ac:chgData name="Paullo Estevam" userId="6a7db5c51fb4b330" providerId="LiveId" clId="{8B4A8F64-B30B-43FD-97CA-9FB5338A855E}" dt="2024-11-27T21:20:26.510" v="515" actId="478"/>
          <ac:spMkLst>
            <pc:docMk/>
            <pc:sldMk cId="2254859679" sldId="291"/>
            <ac:spMk id="36" creationId="{5826EC0D-DE0A-C6FE-821C-28EB098D160B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37" creationId="{AFB3238B-ED90-5ABB-AFB9-31D6CB2CF9D0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38" creationId="{2A4451CC-5BEA-05DD-DDC7-151F20CD6E7C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39" creationId="{77E10CCD-F27E-EF19-2370-954D1BB568B1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40" creationId="{CD6E0EF7-72F5-AE8D-F74A-3A0B07BBC9EA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41" creationId="{82AC4F5C-D21E-B4A8-26AA-C382EAE04A50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42" creationId="{716CE344-F04B-3C58-FB51-C82BFA1B2FD5}"/>
          </ac:spMkLst>
        </pc:spChg>
        <pc:spChg chg="add mod">
          <ac:chgData name="Paullo Estevam" userId="6a7db5c51fb4b330" providerId="LiveId" clId="{8B4A8F64-B30B-43FD-97CA-9FB5338A855E}" dt="2024-11-27T21:22:24.994" v="582" actId="1076"/>
          <ac:spMkLst>
            <pc:docMk/>
            <pc:sldMk cId="2254859679" sldId="291"/>
            <ac:spMk id="43" creationId="{3BC93113-918F-6FD6-059E-6F62DA4F74A5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44" creationId="{13D0CA1D-5DD0-1188-7DC0-0CFFAF31D1FA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45" creationId="{94B613D1-9DA8-EF3A-84C0-8FF1E08ED5F8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46" creationId="{1B74FE53-5A4B-3C83-2AEA-02BAC550DDF5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47" creationId="{A8AB02BB-A551-94A6-7440-2C723B19A5A5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48" creationId="{AA91F91F-2F31-E37A-5D8E-96E72124A800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49" creationId="{306CCEE1-1D45-5C08-9B8E-B340E4989690}"/>
          </ac:spMkLst>
        </pc:spChg>
        <pc:spChg chg="add mod">
          <ac:chgData name="Paullo Estevam" userId="6a7db5c51fb4b330" providerId="LiveId" clId="{8B4A8F64-B30B-43FD-97CA-9FB5338A855E}" dt="2024-11-27T21:22:14.804" v="563" actId="1076"/>
          <ac:spMkLst>
            <pc:docMk/>
            <pc:sldMk cId="2254859679" sldId="291"/>
            <ac:spMk id="50" creationId="{3BF2D393-5471-79CD-8CB1-252B58DC635A}"/>
          </ac:spMkLst>
        </pc:spChg>
        <pc:spChg chg="add mod">
          <ac:chgData name="Paullo Estevam" userId="6a7db5c51fb4b330" providerId="LiveId" clId="{8B4A8F64-B30B-43FD-97CA-9FB5338A855E}" dt="2024-11-27T21:22:50.599" v="614" actId="20577"/>
          <ac:spMkLst>
            <pc:docMk/>
            <pc:sldMk cId="2254859679" sldId="291"/>
            <ac:spMk id="51" creationId="{B44F1222-9039-736B-8212-77472A200466}"/>
          </ac:spMkLst>
        </pc:spChg>
        <pc:spChg chg="add mod">
          <ac:chgData name="Paullo Estevam" userId="6a7db5c51fb4b330" providerId="LiveId" clId="{8B4A8F64-B30B-43FD-97CA-9FB5338A855E}" dt="2024-11-27T21:22:52.559" v="615" actId="20577"/>
          <ac:spMkLst>
            <pc:docMk/>
            <pc:sldMk cId="2254859679" sldId="291"/>
            <ac:spMk id="52" creationId="{EC25CCBE-D573-BDD0-56CE-6E02B95D2CDE}"/>
          </ac:spMkLst>
        </pc:spChg>
        <pc:spChg chg="add mod">
          <ac:chgData name="Paullo Estevam" userId="6a7db5c51fb4b330" providerId="LiveId" clId="{8B4A8F64-B30B-43FD-97CA-9FB5338A855E}" dt="2024-11-27T21:22:55.313" v="616" actId="20577"/>
          <ac:spMkLst>
            <pc:docMk/>
            <pc:sldMk cId="2254859679" sldId="291"/>
            <ac:spMk id="53" creationId="{8D18EA8B-7659-BC8E-0931-C27C6DB1FF3C}"/>
          </ac:spMkLst>
        </pc:spChg>
        <pc:spChg chg="add mod">
          <ac:chgData name="Paullo Estevam" userId="6a7db5c51fb4b330" providerId="LiveId" clId="{8B4A8F64-B30B-43FD-97CA-9FB5338A855E}" dt="2024-11-27T21:26:52.500" v="887" actId="1037"/>
          <ac:spMkLst>
            <pc:docMk/>
            <pc:sldMk cId="2254859679" sldId="291"/>
            <ac:spMk id="54" creationId="{52F76A3A-CB0D-2EFC-6000-6C60DB5CCDB2}"/>
          </ac:spMkLst>
        </pc:spChg>
        <pc:spChg chg="add mod">
          <ac:chgData name="Paullo Estevam" userId="6a7db5c51fb4b330" providerId="LiveId" clId="{8B4A8F64-B30B-43FD-97CA-9FB5338A855E}" dt="2024-11-27T21:30:35.042" v="954" actId="20577"/>
          <ac:spMkLst>
            <pc:docMk/>
            <pc:sldMk cId="2254859679" sldId="291"/>
            <ac:spMk id="55" creationId="{FE2CFC8A-CF64-B060-96F4-C40F77B50475}"/>
          </ac:spMkLst>
        </pc:spChg>
        <pc:spChg chg="add mod">
          <ac:chgData name="Paullo Estevam" userId="6a7db5c51fb4b330" providerId="LiveId" clId="{8B4A8F64-B30B-43FD-97CA-9FB5338A855E}" dt="2024-11-28T13:01:53.451" v="1338" actId="1035"/>
          <ac:spMkLst>
            <pc:docMk/>
            <pc:sldMk cId="2254859679" sldId="291"/>
            <ac:spMk id="56" creationId="{20C6270F-63D3-F34B-AF9D-F3E5126B076E}"/>
          </ac:spMkLst>
        </pc:spChg>
        <pc:spChg chg="add mod">
          <ac:chgData name="Paullo Estevam" userId="6a7db5c51fb4b330" providerId="LiveId" clId="{8B4A8F64-B30B-43FD-97CA-9FB5338A855E}" dt="2024-11-28T13:02:20.875" v="1341" actId="404"/>
          <ac:spMkLst>
            <pc:docMk/>
            <pc:sldMk cId="2254859679" sldId="291"/>
            <ac:spMk id="57" creationId="{ADBCFBE0-1D2E-0420-12FE-574A1AC95E7E}"/>
          </ac:spMkLst>
        </pc:spChg>
        <pc:spChg chg="add mod">
          <ac:chgData name="Paullo Estevam" userId="6a7db5c51fb4b330" providerId="LiveId" clId="{8B4A8F64-B30B-43FD-97CA-9FB5338A855E}" dt="2024-11-28T13:01:53.451" v="1338" actId="1035"/>
          <ac:spMkLst>
            <pc:docMk/>
            <pc:sldMk cId="2254859679" sldId="291"/>
            <ac:spMk id="58" creationId="{5B61AB7D-0D21-1AE5-7547-8DA7FDCDF220}"/>
          </ac:spMkLst>
        </pc:spChg>
        <pc:spChg chg="add mod">
          <ac:chgData name="Paullo Estevam" userId="6a7db5c51fb4b330" providerId="LiveId" clId="{8B4A8F64-B30B-43FD-97CA-9FB5338A855E}" dt="2024-11-28T13:01:53.451" v="1338" actId="1035"/>
          <ac:spMkLst>
            <pc:docMk/>
            <pc:sldMk cId="2254859679" sldId="291"/>
            <ac:spMk id="59" creationId="{540946AE-71E7-41CC-5593-2BD6F815989D}"/>
          </ac:spMkLst>
        </pc:spChg>
        <pc:spChg chg="add mod">
          <ac:chgData name="Paullo Estevam" userId="6a7db5c51fb4b330" providerId="LiveId" clId="{8B4A8F64-B30B-43FD-97CA-9FB5338A855E}" dt="2024-11-28T13:01:53.451" v="1338" actId="1035"/>
          <ac:spMkLst>
            <pc:docMk/>
            <pc:sldMk cId="2254859679" sldId="291"/>
            <ac:spMk id="60" creationId="{4EB84EC6-05BC-4998-6439-1C8883DAAFFF}"/>
          </ac:spMkLst>
        </pc:spChg>
        <pc:picChg chg="add del mod">
          <ac:chgData name="Paullo Estevam" userId="6a7db5c51fb4b330" providerId="LiveId" clId="{8B4A8F64-B30B-43FD-97CA-9FB5338A855E}" dt="2024-11-27T21:07:16.907" v="183" actId="21"/>
          <ac:picMkLst>
            <pc:docMk/>
            <pc:sldMk cId="2254859679" sldId="291"/>
            <ac:picMk id="4" creationId="{D72DEB68-8533-50DD-2F0B-E29C92EF2ECF}"/>
          </ac:picMkLst>
        </pc:picChg>
        <pc:picChg chg="del">
          <ac:chgData name="Paullo Estevam" userId="6a7db5c51fb4b330" providerId="LiveId" clId="{8B4A8F64-B30B-43FD-97CA-9FB5338A855E}" dt="2024-11-27T21:01:47.333" v="84" actId="478"/>
          <ac:picMkLst>
            <pc:docMk/>
            <pc:sldMk cId="2254859679" sldId="291"/>
            <ac:picMk id="2050" creationId="{401EA0B4-B948-9CD8-C875-CC6AFD5D0E67}"/>
          </ac:picMkLst>
        </pc:picChg>
        <pc:picChg chg="del">
          <ac:chgData name="Paullo Estevam" userId="6a7db5c51fb4b330" providerId="LiveId" clId="{8B4A8F64-B30B-43FD-97CA-9FB5338A855E}" dt="2024-11-27T21:01:47.333" v="84" actId="478"/>
          <ac:picMkLst>
            <pc:docMk/>
            <pc:sldMk cId="2254859679" sldId="291"/>
            <ac:picMk id="2056" creationId="{8384B2E6-E0C9-FA33-8D15-CA7533405733}"/>
          </ac:picMkLst>
        </pc:picChg>
        <pc:picChg chg="del">
          <ac:chgData name="Paullo Estevam" userId="6a7db5c51fb4b330" providerId="LiveId" clId="{8B4A8F64-B30B-43FD-97CA-9FB5338A855E}" dt="2024-11-27T21:01:47.333" v="84" actId="478"/>
          <ac:picMkLst>
            <pc:docMk/>
            <pc:sldMk cId="2254859679" sldId="291"/>
            <ac:picMk id="2058" creationId="{4872EE2D-EBDC-6627-9CAE-57E1D067ED0E}"/>
          </ac:picMkLst>
        </pc:picChg>
      </pc:sldChg>
      <pc:sldChg chg="addSp delSp modSp new mod modClrScheme chgLayout">
        <pc:chgData name="Paullo Estevam" userId="6a7db5c51fb4b330" providerId="LiveId" clId="{8B4A8F64-B30B-43FD-97CA-9FB5338A855E}" dt="2024-11-27T21:07:28.245" v="187" actId="14100"/>
        <pc:sldMkLst>
          <pc:docMk/>
          <pc:sldMk cId="3735125946" sldId="292"/>
        </pc:sldMkLst>
        <pc:spChg chg="del">
          <ac:chgData name="Paullo Estevam" userId="6a7db5c51fb4b330" providerId="LiveId" clId="{8B4A8F64-B30B-43FD-97CA-9FB5338A855E}" dt="2024-11-27T21:07:13.985" v="182" actId="700"/>
          <ac:spMkLst>
            <pc:docMk/>
            <pc:sldMk cId="3735125946" sldId="292"/>
            <ac:spMk id="2" creationId="{85F10A1C-EC8D-DA55-C879-EF3A5648A053}"/>
          </ac:spMkLst>
        </pc:spChg>
        <pc:spChg chg="del">
          <ac:chgData name="Paullo Estevam" userId="6a7db5c51fb4b330" providerId="LiveId" clId="{8B4A8F64-B30B-43FD-97CA-9FB5338A855E}" dt="2024-11-27T21:07:13.985" v="182" actId="700"/>
          <ac:spMkLst>
            <pc:docMk/>
            <pc:sldMk cId="3735125946" sldId="292"/>
            <ac:spMk id="3" creationId="{888A5F13-8B77-26C3-7A89-D9D713920C1B}"/>
          </ac:spMkLst>
        </pc:spChg>
        <pc:spChg chg="mod ord">
          <ac:chgData name="Paullo Estevam" userId="6a7db5c51fb4b330" providerId="LiveId" clId="{8B4A8F64-B30B-43FD-97CA-9FB5338A855E}" dt="2024-11-27T21:07:13.985" v="182" actId="700"/>
          <ac:spMkLst>
            <pc:docMk/>
            <pc:sldMk cId="3735125946" sldId="292"/>
            <ac:spMk id="4" creationId="{94BBCE6C-C785-26ED-854F-30C5F182B3A5}"/>
          </ac:spMkLst>
        </pc:spChg>
        <pc:picChg chg="add mod">
          <ac:chgData name="Paullo Estevam" userId="6a7db5c51fb4b330" providerId="LiveId" clId="{8B4A8F64-B30B-43FD-97CA-9FB5338A855E}" dt="2024-11-27T21:07:28.245" v="187" actId="14100"/>
          <ac:picMkLst>
            <pc:docMk/>
            <pc:sldMk cId="3735125946" sldId="292"/>
            <ac:picMk id="5" creationId="{D72DEB68-8533-50DD-2F0B-E29C92EF2ECF}"/>
          </ac:picMkLst>
        </pc:picChg>
      </pc:sldChg>
      <pc:sldChg chg="addSp modSp add mod ord setBg">
        <pc:chgData name="Paullo Estevam" userId="6a7db5c51fb4b330" providerId="LiveId" clId="{8B4A8F64-B30B-43FD-97CA-9FB5338A855E}" dt="2024-11-28T17:04:53.575" v="1385" actId="20577"/>
        <pc:sldMkLst>
          <pc:docMk/>
          <pc:sldMk cId="3103957550" sldId="293"/>
        </pc:sldMkLst>
        <pc:spChg chg="mod">
          <ac:chgData name="Paullo Estevam" userId="6a7db5c51fb4b330" providerId="LiveId" clId="{8B4A8F64-B30B-43FD-97CA-9FB5338A855E}" dt="2024-11-27T21:43:49.520" v="1043" actId="20577"/>
          <ac:spMkLst>
            <pc:docMk/>
            <pc:sldMk cId="3103957550" sldId="293"/>
            <ac:spMk id="2" creationId="{968EC0E1-09F9-2511-E2FE-EE751DA989D8}"/>
          </ac:spMkLst>
        </pc:spChg>
        <pc:spChg chg="mod">
          <ac:chgData name="Paullo Estevam" userId="6a7db5c51fb4b330" providerId="LiveId" clId="{8B4A8F64-B30B-43FD-97CA-9FB5338A855E}" dt="2024-11-27T21:42:48.029" v="1012" actId="26606"/>
          <ac:spMkLst>
            <pc:docMk/>
            <pc:sldMk cId="3103957550" sldId="293"/>
            <ac:spMk id="3" creationId="{69D756F5-12D8-B5AE-4F66-976588B5AC84}"/>
          </ac:spMkLst>
        </pc:spChg>
        <pc:spChg chg="add">
          <ac:chgData name="Paullo Estevam" userId="6a7db5c51fb4b330" providerId="LiveId" clId="{8B4A8F64-B30B-43FD-97CA-9FB5338A855E}" dt="2024-11-27T21:42:48.029" v="1012" actId="26606"/>
          <ac:spMkLst>
            <pc:docMk/>
            <pc:sldMk cId="3103957550" sldId="293"/>
            <ac:spMk id="13" creationId="{B8144315-1C5A-4185-A952-25D98D303D46}"/>
          </ac:spMkLst>
        </pc:spChg>
        <pc:grpChg chg="add">
          <ac:chgData name="Paullo Estevam" userId="6a7db5c51fb4b330" providerId="LiveId" clId="{8B4A8F64-B30B-43FD-97CA-9FB5338A855E}" dt="2024-11-27T21:42:48.029" v="1012" actId="26606"/>
          <ac:grpSpMkLst>
            <pc:docMk/>
            <pc:sldMk cId="3103957550" sldId="293"/>
            <ac:grpSpMk id="9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1:42:48.029" v="1012" actId="26606"/>
          <ac:grpSpMkLst>
            <pc:docMk/>
            <pc:sldMk cId="3103957550" sldId="293"/>
            <ac:grpSpMk id="15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8T17:04:53.575" v="1385" actId="20577"/>
          <ac:graphicFrameMkLst>
            <pc:docMk/>
            <pc:sldMk cId="3103957550" sldId="293"/>
            <ac:graphicFrameMk id="4" creationId="{49BA98FD-1EA6-4338-A96E-7BC42749B3B1}"/>
          </ac:graphicFrameMkLst>
        </pc:graphicFrameChg>
      </pc:sldChg>
      <pc:sldChg chg="delSp modSp add del mod setBg delDesignElem">
        <pc:chgData name="Paullo Estevam" userId="6a7db5c51fb4b330" providerId="LiveId" clId="{8B4A8F64-B30B-43FD-97CA-9FB5338A855E}" dt="2024-11-27T21:44:28.084" v="1090" actId="47"/>
        <pc:sldMkLst>
          <pc:docMk/>
          <pc:sldMk cId="2373955762" sldId="294"/>
        </pc:sldMkLst>
        <pc:spChg chg="mod">
          <ac:chgData name="Paullo Estevam" userId="6a7db5c51fb4b330" providerId="LiveId" clId="{8B4A8F64-B30B-43FD-97CA-9FB5338A855E}" dt="2024-11-27T21:42:59.300" v="1016" actId="27636"/>
          <ac:spMkLst>
            <pc:docMk/>
            <pc:sldMk cId="2373955762" sldId="294"/>
            <ac:spMk id="2" creationId="{A2A27AD2-3D1C-124E-F311-D128BCB62B37}"/>
          </ac:spMkLst>
        </pc:spChg>
        <pc:spChg chg="del">
          <ac:chgData name="Paullo Estevam" userId="6a7db5c51fb4b330" providerId="LiveId" clId="{8B4A8F64-B30B-43FD-97CA-9FB5338A855E}" dt="2024-11-27T21:42:53.588" v="1014"/>
          <ac:spMkLst>
            <pc:docMk/>
            <pc:sldMk cId="2373955762" sldId="294"/>
            <ac:spMk id="13" creationId="{38082180-AD0A-7B3D-BD70-0BD24C352D79}"/>
          </ac:spMkLst>
        </pc:spChg>
        <pc:grpChg chg="del">
          <ac:chgData name="Paullo Estevam" userId="6a7db5c51fb4b330" providerId="LiveId" clId="{8B4A8F64-B30B-43FD-97CA-9FB5338A855E}" dt="2024-11-27T21:42:53.588" v="1014"/>
          <ac:grpSpMkLst>
            <pc:docMk/>
            <pc:sldMk cId="2373955762" sldId="294"/>
            <ac:grpSpMk id="9" creationId="{D79E943B-2743-4A5F-11B7-F3A20F23C413}"/>
          </ac:grpSpMkLst>
        </pc:grpChg>
        <pc:grpChg chg="del">
          <ac:chgData name="Paullo Estevam" userId="6a7db5c51fb4b330" providerId="LiveId" clId="{8B4A8F64-B30B-43FD-97CA-9FB5338A855E}" dt="2024-11-27T21:42:53.588" v="1014"/>
          <ac:grpSpMkLst>
            <pc:docMk/>
            <pc:sldMk cId="2373955762" sldId="294"/>
            <ac:grpSpMk id="15" creationId="{65F77638-C6C1-926D-EF08-3A02CD7A072A}"/>
          </ac:grpSpMkLst>
        </pc:grpChg>
      </pc:sldChg>
      <pc:sldChg chg="addSp modSp add mod setBg">
        <pc:chgData name="Paullo Estevam" userId="6a7db5c51fb4b330" providerId="LiveId" clId="{8B4A8F64-B30B-43FD-97CA-9FB5338A855E}" dt="2024-11-27T21:57:53.023" v="1124" actId="113"/>
        <pc:sldMkLst>
          <pc:docMk/>
          <pc:sldMk cId="2612909369" sldId="295"/>
        </pc:sldMkLst>
        <pc:spChg chg="mod">
          <ac:chgData name="Paullo Estevam" userId="6a7db5c51fb4b330" providerId="LiveId" clId="{8B4A8F64-B30B-43FD-97CA-9FB5338A855E}" dt="2024-11-27T21:47:02.956" v="1098" actId="26606"/>
          <ac:spMkLst>
            <pc:docMk/>
            <pc:sldMk cId="2612909369" sldId="295"/>
            <ac:spMk id="2" creationId="{8E539678-9092-424C-2553-1D718B8EB2DD}"/>
          </ac:spMkLst>
        </pc:spChg>
        <pc:spChg chg="mod">
          <ac:chgData name="Paullo Estevam" userId="6a7db5c51fb4b330" providerId="LiveId" clId="{8B4A8F64-B30B-43FD-97CA-9FB5338A855E}" dt="2024-11-27T21:47:02.956" v="1098" actId="26606"/>
          <ac:spMkLst>
            <pc:docMk/>
            <pc:sldMk cId="2612909369" sldId="295"/>
            <ac:spMk id="3" creationId="{EE8BEAE2-186B-159E-6B84-D6D5CA24E562}"/>
          </ac:spMkLst>
        </pc:spChg>
        <pc:spChg chg="add">
          <ac:chgData name="Paullo Estevam" userId="6a7db5c51fb4b330" providerId="LiveId" clId="{8B4A8F64-B30B-43FD-97CA-9FB5338A855E}" dt="2024-11-27T21:47:02.956" v="1098" actId="26606"/>
          <ac:spMkLst>
            <pc:docMk/>
            <pc:sldMk cId="2612909369" sldId="295"/>
            <ac:spMk id="13" creationId="{B8144315-1C5A-4185-A952-25D98D303D46}"/>
          </ac:spMkLst>
        </pc:spChg>
        <pc:grpChg chg="add">
          <ac:chgData name="Paullo Estevam" userId="6a7db5c51fb4b330" providerId="LiveId" clId="{8B4A8F64-B30B-43FD-97CA-9FB5338A855E}" dt="2024-11-27T21:47:02.956" v="1098" actId="26606"/>
          <ac:grpSpMkLst>
            <pc:docMk/>
            <pc:sldMk cId="2612909369" sldId="295"/>
            <ac:grpSpMk id="9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1:47:02.956" v="1098" actId="26606"/>
          <ac:grpSpMkLst>
            <pc:docMk/>
            <pc:sldMk cId="2612909369" sldId="295"/>
            <ac:grpSpMk id="15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7T21:57:53.023" v="1124" actId="113"/>
          <ac:graphicFrameMkLst>
            <pc:docMk/>
            <pc:sldMk cId="2612909369" sldId="295"/>
            <ac:graphicFrameMk id="4" creationId="{11B34398-D3A1-29E6-68BB-12D54F37A293}"/>
          </ac:graphicFrameMkLst>
        </pc:graphicFrameChg>
      </pc:sldChg>
      <pc:sldChg chg="addSp modSp add mod setBg">
        <pc:chgData name="Paullo Estevam" userId="6a7db5c51fb4b330" providerId="LiveId" clId="{8B4A8F64-B30B-43FD-97CA-9FB5338A855E}" dt="2024-11-27T21:57:43.808" v="1122" actId="113"/>
        <pc:sldMkLst>
          <pc:docMk/>
          <pc:sldMk cId="4014039160" sldId="296"/>
        </pc:sldMkLst>
        <pc:spChg chg="mod">
          <ac:chgData name="Paullo Estevam" userId="6a7db5c51fb4b330" providerId="LiveId" clId="{8B4A8F64-B30B-43FD-97CA-9FB5338A855E}" dt="2024-11-27T21:47:25.776" v="1100" actId="26606"/>
          <ac:spMkLst>
            <pc:docMk/>
            <pc:sldMk cId="4014039160" sldId="296"/>
            <ac:spMk id="2" creationId="{72EE62DF-82E5-AC6E-034F-DB0D310D401D}"/>
          </ac:spMkLst>
        </pc:spChg>
        <pc:spChg chg="mod">
          <ac:chgData name="Paullo Estevam" userId="6a7db5c51fb4b330" providerId="LiveId" clId="{8B4A8F64-B30B-43FD-97CA-9FB5338A855E}" dt="2024-11-27T21:47:25.776" v="1100" actId="26606"/>
          <ac:spMkLst>
            <pc:docMk/>
            <pc:sldMk cId="4014039160" sldId="296"/>
            <ac:spMk id="3" creationId="{712AC91E-E543-D838-1FD5-BFD1E8C08C2D}"/>
          </ac:spMkLst>
        </pc:spChg>
        <pc:spChg chg="add">
          <ac:chgData name="Paullo Estevam" userId="6a7db5c51fb4b330" providerId="LiveId" clId="{8B4A8F64-B30B-43FD-97CA-9FB5338A855E}" dt="2024-11-27T21:47:25.776" v="1100" actId="26606"/>
          <ac:spMkLst>
            <pc:docMk/>
            <pc:sldMk cId="4014039160" sldId="296"/>
            <ac:spMk id="13" creationId="{B8144315-1C5A-4185-A952-25D98D303D46}"/>
          </ac:spMkLst>
        </pc:spChg>
        <pc:grpChg chg="add">
          <ac:chgData name="Paullo Estevam" userId="6a7db5c51fb4b330" providerId="LiveId" clId="{8B4A8F64-B30B-43FD-97CA-9FB5338A855E}" dt="2024-11-27T21:47:25.776" v="1100" actId="26606"/>
          <ac:grpSpMkLst>
            <pc:docMk/>
            <pc:sldMk cId="4014039160" sldId="296"/>
            <ac:grpSpMk id="9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1:47:25.776" v="1100" actId="26606"/>
          <ac:grpSpMkLst>
            <pc:docMk/>
            <pc:sldMk cId="4014039160" sldId="296"/>
            <ac:grpSpMk id="15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7T21:57:43.808" v="1122" actId="113"/>
          <ac:graphicFrameMkLst>
            <pc:docMk/>
            <pc:sldMk cId="4014039160" sldId="296"/>
            <ac:graphicFrameMk id="4" creationId="{F0D3EAE9-5AF9-9D8C-7803-9E625CFD6F03}"/>
          </ac:graphicFrameMkLst>
        </pc:graphicFrameChg>
      </pc:sldChg>
      <pc:sldChg chg="addSp modSp add mod setBg">
        <pc:chgData name="Paullo Estevam" userId="6a7db5c51fb4b330" providerId="LiveId" clId="{8B4A8F64-B30B-43FD-97CA-9FB5338A855E}" dt="2024-11-28T00:02:36.736" v="1319" actId="113"/>
        <pc:sldMkLst>
          <pc:docMk/>
          <pc:sldMk cId="641683310" sldId="297"/>
        </pc:sldMkLst>
        <pc:spChg chg="mod">
          <ac:chgData name="Paullo Estevam" userId="6a7db5c51fb4b330" providerId="LiveId" clId="{8B4A8F64-B30B-43FD-97CA-9FB5338A855E}" dt="2024-11-27T22:01:51.928" v="1228" actId="404"/>
          <ac:spMkLst>
            <pc:docMk/>
            <pc:sldMk cId="641683310" sldId="297"/>
            <ac:spMk id="2" creationId="{FE346581-0E22-0BA9-DC47-461444BA02A6}"/>
          </ac:spMkLst>
        </pc:spChg>
        <pc:spChg chg="mod">
          <ac:chgData name="Paullo Estevam" userId="6a7db5c51fb4b330" providerId="LiveId" clId="{8B4A8F64-B30B-43FD-97CA-9FB5338A855E}" dt="2024-11-27T21:50:47.069" v="1102" actId="26606"/>
          <ac:spMkLst>
            <pc:docMk/>
            <pc:sldMk cId="641683310" sldId="297"/>
            <ac:spMk id="3" creationId="{462757A9-99E7-9A4A-DE45-72CE2F71B5E5}"/>
          </ac:spMkLst>
        </pc:spChg>
        <pc:spChg chg="add">
          <ac:chgData name="Paullo Estevam" userId="6a7db5c51fb4b330" providerId="LiveId" clId="{8B4A8F64-B30B-43FD-97CA-9FB5338A855E}" dt="2024-11-27T21:50:47.069" v="1102" actId="26606"/>
          <ac:spMkLst>
            <pc:docMk/>
            <pc:sldMk cId="641683310" sldId="297"/>
            <ac:spMk id="13" creationId="{B8144315-1C5A-4185-A952-25D98D303D46}"/>
          </ac:spMkLst>
        </pc:spChg>
        <pc:grpChg chg="add">
          <ac:chgData name="Paullo Estevam" userId="6a7db5c51fb4b330" providerId="LiveId" clId="{8B4A8F64-B30B-43FD-97CA-9FB5338A855E}" dt="2024-11-27T21:50:47.069" v="1102" actId="26606"/>
          <ac:grpSpMkLst>
            <pc:docMk/>
            <pc:sldMk cId="641683310" sldId="297"/>
            <ac:grpSpMk id="9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1:50:47.069" v="1102" actId="26606"/>
          <ac:grpSpMkLst>
            <pc:docMk/>
            <pc:sldMk cId="641683310" sldId="297"/>
            <ac:grpSpMk id="15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8T00:02:36.736" v="1319" actId="113"/>
          <ac:graphicFrameMkLst>
            <pc:docMk/>
            <pc:sldMk cId="641683310" sldId="297"/>
            <ac:graphicFrameMk id="4" creationId="{AEE0472B-3EA5-8539-5A71-3857381944C0}"/>
          </ac:graphicFrameMkLst>
        </pc:graphicFrameChg>
      </pc:sldChg>
      <pc:sldChg chg="addSp delSp modSp new mod setBg">
        <pc:chgData name="Paullo Estevam" userId="6a7db5c51fb4b330" providerId="LiveId" clId="{8B4A8F64-B30B-43FD-97CA-9FB5338A855E}" dt="2024-11-27T21:59:41.369" v="1156" actId="20577"/>
        <pc:sldMkLst>
          <pc:docMk/>
          <pc:sldMk cId="146972670" sldId="298"/>
        </pc:sldMkLst>
        <pc:spChg chg="mod">
          <ac:chgData name="Paullo Estevam" userId="6a7db5c51fb4b330" providerId="LiveId" clId="{8B4A8F64-B30B-43FD-97CA-9FB5338A855E}" dt="2024-11-27T21:57:31.348" v="1120" actId="26606"/>
          <ac:spMkLst>
            <pc:docMk/>
            <pc:sldMk cId="146972670" sldId="298"/>
            <ac:spMk id="2" creationId="{E87C41B8-587B-89FC-B5D6-73FA6C15A7E8}"/>
          </ac:spMkLst>
        </pc:spChg>
        <pc:spChg chg="del">
          <ac:chgData name="Paullo Estevam" userId="6a7db5c51fb4b330" providerId="LiveId" clId="{8B4A8F64-B30B-43FD-97CA-9FB5338A855E}" dt="2024-11-27T21:55:24.984" v="1117" actId="478"/>
          <ac:spMkLst>
            <pc:docMk/>
            <pc:sldMk cId="146972670" sldId="298"/>
            <ac:spMk id="3" creationId="{440291EC-8DD8-8CA9-D947-513D2C7F9749}"/>
          </ac:spMkLst>
        </pc:spChg>
        <pc:spChg chg="mod">
          <ac:chgData name="Paullo Estevam" userId="6a7db5c51fb4b330" providerId="LiveId" clId="{8B4A8F64-B30B-43FD-97CA-9FB5338A855E}" dt="2024-11-27T21:57:31.348" v="1120" actId="26606"/>
          <ac:spMkLst>
            <pc:docMk/>
            <pc:sldMk cId="146972670" sldId="298"/>
            <ac:spMk id="4" creationId="{E74AE5FF-5AA3-601B-E38A-6898BCC61AA6}"/>
          </ac:spMkLst>
        </pc:spChg>
        <pc:spChg chg="add">
          <ac:chgData name="Paullo Estevam" userId="6a7db5c51fb4b330" providerId="LiveId" clId="{8B4A8F64-B30B-43FD-97CA-9FB5338A855E}" dt="2024-11-27T21:57:31.348" v="1120" actId="26606"/>
          <ac:spMkLst>
            <pc:docMk/>
            <pc:sldMk cId="146972670" sldId="298"/>
            <ac:spMk id="14" creationId="{B8144315-1C5A-4185-A952-25D98D303D46}"/>
          </ac:spMkLst>
        </pc:spChg>
        <pc:grpChg chg="add">
          <ac:chgData name="Paullo Estevam" userId="6a7db5c51fb4b330" providerId="LiveId" clId="{8B4A8F64-B30B-43FD-97CA-9FB5338A855E}" dt="2024-11-27T21:57:31.348" v="1120" actId="26606"/>
          <ac:grpSpMkLst>
            <pc:docMk/>
            <pc:sldMk cId="146972670" sldId="298"/>
            <ac:grpSpMk id="10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1:57:31.348" v="1120" actId="26606"/>
          <ac:grpSpMkLst>
            <pc:docMk/>
            <pc:sldMk cId="146972670" sldId="298"/>
            <ac:grpSpMk id="16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7T21:59:41.369" v="1156" actId="20577"/>
          <ac:graphicFrameMkLst>
            <pc:docMk/>
            <pc:sldMk cId="146972670" sldId="298"/>
            <ac:graphicFrameMk id="5" creationId="{C1CBF3EB-BFE1-F39C-1535-9068D2AC5437}"/>
          </ac:graphicFrameMkLst>
        </pc:graphicFrameChg>
      </pc:sldChg>
      <pc:sldChg chg="addSp delSp modSp new del mod setBg">
        <pc:chgData name="Paullo Estevam" userId="6a7db5c51fb4b330" providerId="LiveId" clId="{8B4A8F64-B30B-43FD-97CA-9FB5338A855E}" dt="2024-11-28T13:34:22.352" v="1352" actId="47"/>
        <pc:sldMkLst>
          <pc:docMk/>
          <pc:sldMk cId="1261868870" sldId="299"/>
        </pc:sldMkLst>
        <pc:spChg chg="mod">
          <ac:chgData name="Paullo Estevam" userId="6a7db5c51fb4b330" providerId="LiveId" clId="{8B4A8F64-B30B-43FD-97CA-9FB5338A855E}" dt="2024-11-27T22:01:43.872" v="1225" actId="20577"/>
          <ac:spMkLst>
            <pc:docMk/>
            <pc:sldMk cId="1261868870" sldId="299"/>
            <ac:spMk id="2" creationId="{D8A42861-C295-E3BE-AA3C-E3E4F0D322F2}"/>
          </ac:spMkLst>
        </pc:spChg>
        <pc:spChg chg="del">
          <ac:chgData name="Paullo Estevam" userId="6a7db5c51fb4b330" providerId="LiveId" clId="{8B4A8F64-B30B-43FD-97CA-9FB5338A855E}" dt="2024-11-27T22:00:55.358" v="1158" actId="478"/>
          <ac:spMkLst>
            <pc:docMk/>
            <pc:sldMk cId="1261868870" sldId="299"/>
            <ac:spMk id="3" creationId="{B04DA2AF-E38D-6C8C-3C08-AED4DE9640E7}"/>
          </ac:spMkLst>
        </pc:spChg>
        <pc:spChg chg="mod">
          <ac:chgData name="Paullo Estevam" userId="6a7db5c51fb4b330" providerId="LiveId" clId="{8B4A8F64-B30B-43FD-97CA-9FB5338A855E}" dt="2024-11-27T22:00:57.758" v="1160" actId="26606"/>
          <ac:spMkLst>
            <pc:docMk/>
            <pc:sldMk cId="1261868870" sldId="299"/>
            <ac:spMk id="4" creationId="{8661772C-DB61-F62A-0CC3-D7F12C31C732}"/>
          </ac:spMkLst>
        </pc:spChg>
        <pc:spChg chg="add">
          <ac:chgData name="Paullo Estevam" userId="6a7db5c51fb4b330" providerId="LiveId" clId="{8B4A8F64-B30B-43FD-97CA-9FB5338A855E}" dt="2024-11-27T22:00:57.758" v="1160" actId="26606"/>
          <ac:spMkLst>
            <pc:docMk/>
            <pc:sldMk cId="1261868870" sldId="299"/>
            <ac:spMk id="14" creationId="{B8144315-1C5A-4185-A952-25D98D303D46}"/>
          </ac:spMkLst>
        </pc:spChg>
        <pc:grpChg chg="add">
          <ac:chgData name="Paullo Estevam" userId="6a7db5c51fb4b330" providerId="LiveId" clId="{8B4A8F64-B30B-43FD-97CA-9FB5338A855E}" dt="2024-11-27T22:00:57.758" v="1160" actId="26606"/>
          <ac:grpSpMkLst>
            <pc:docMk/>
            <pc:sldMk cId="1261868870" sldId="299"/>
            <ac:grpSpMk id="10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7T22:00:57.758" v="1160" actId="26606"/>
          <ac:grpSpMkLst>
            <pc:docMk/>
            <pc:sldMk cId="1261868870" sldId="299"/>
            <ac:grpSpMk id="16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8T00:02:46.340" v="1321" actId="113"/>
          <ac:graphicFrameMkLst>
            <pc:docMk/>
            <pc:sldMk cId="1261868870" sldId="299"/>
            <ac:graphicFrameMk id="5" creationId="{2899B2DE-663A-1A52-8594-C4648C42CDF8}"/>
          </ac:graphicFrameMkLst>
        </pc:graphicFrameChg>
      </pc:sldChg>
      <pc:sldChg chg="new del">
        <pc:chgData name="Paullo Estevam" userId="6a7db5c51fb4b330" providerId="LiveId" clId="{8B4A8F64-B30B-43FD-97CA-9FB5338A855E}" dt="2024-11-27T23:58:52.413" v="1264" actId="47"/>
        <pc:sldMkLst>
          <pc:docMk/>
          <pc:sldMk cId="3562935403" sldId="300"/>
        </pc:sldMkLst>
      </pc:sldChg>
      <pc:sldChg chg="addSp delSp modSp new mod setBg setClrOvrMap">
        <pc:chgData name="Paullo Estevam" userId="6a7db5c51fb4b330" providerId="LiveId" clId="{8B4A8F64-B30B-43FD-97CA-9FB5338A855E}" dt="2024-11-28T00:00:54.922" v="1302" actId="113"/>
        <pc:sldMkLst>
          <pc:docMk/>
          <pc:sldMk cId="4235258195" sldId="300"/>
        </pc:sldMkLst>
        <pc:spChg chg="mod">
          <ac:chgData name="Paullo Estevam" userId="6a7db5c51fb4b330" providerId="LiveId" clId="{8B4A8F64-B30B-43FD-97CA-9FB5338A855E}" dt="2024-11-28T00:00:48.061" v="1300" actId="26606"/>
          <ac:spMkLst>
            <pc:docMk/>
            <pc:sldMk cId="4235258195" sldId="300"/>
            <ac:spMk id="2" creationId="{9037EF1D-6696-5972-3B2C-5BBCF9B4CC51}"/>
          </ac:spMkLst>
        </pc:spChg>
        <pc:spChg chg="del">
          <ac:chgData name="Paullo Estevam" userId="6a7db5c51fb4b330" providerId="LiveId" clId="{8B4A8F64-B30B-43FD-97CA-9FB5338A855E}" dt="2024-11-27T23:59:57.188" v="1267" actId="478"/>
          <ac:spMkLst>
            <pc:docMk/>
            <pc:sldMk cId="4235258195" sldId="300"/>
            <ac:spMk id="3" creationId="{A0582E57-B4E3-6AF2-6263-F79AB54EAF31}"/>
          </ac:spMkLst>
        </pc:spChg>
        <pc:spChg chg="mod">
          <ac:chgData name="Paullo Estevam" userId="6a7db5c51fb4b330" providerId="LiveId" clId="{8B4A8F64-B30B-43FD-97CA-9FB5338A855E}" dt="2024-11-28T00:00:48.061" v="1300" actId="26606"/>
          <ac:spMkLst>
            <pc:docMk/>
            <pc:sldMk cId="4235258195" sldId="300"/>
            <ac:spMk id="4" creationId="{C01E53D7-1A90-66B0-2409-9AB97E7F82BC}"/>
          </ac:spMkLst>
        </pc:spChg>
        <pc:spChg chg="add del">
          <ac:chgData name="Paullo Estevam" userId="6a7db5c51fb4b330" providerId="LiveId" clId="{8B4A8F64-B30B-43FD-97CA-9FB5338A855E}" dt="2024-11-28T00:00:11.923" v="1285" actId="26606"/>
          <ac:spMkLst>
            <pc:docMk/>
            <pc:sldMk cId="4235258195" sldId="300"/>
            <ac:spMk id="14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28.755" v="1289" actId="26606"/>
          <ac:spMkLst>
            <pc:docMk/>
            <pc:sldMk cId="4235258195" sldId="300"/>
            <ac:spMk id="18" creationId="{D4723B02-0AAB-4F6E-BA41-8ED99D559D93}"/>
          </ac:spMkLst>
        </pc:spChg>
        <pc:spChg chg="add del">
          <ac:chgData name="Paullo Estevam" userId="6a7db5c51fb4b330" providerId="LiveId" clId="{8B4A8F64-B30B-43FD-97CA-9FB5338A855E}" dt="2024-11-28T00:00:20.544" v="1287" actId="26606"/>
          <ac:spMkLst>
            <pc:docMk/>
            <pc:sldMk cId="4235258195" sldId="300"/>
            <ac:spMk id="24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28.755" v="1289" actId="26606"/>
          <ac:spMkLst>
            <pc:docMk/>
            <pc:sldMk cId="4235258195" sldId="300"/>
            <ac:spMk id="31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28.755" v="1289" actId="26606"/>
          <ac:spMkLst>
            <pc:docMk/>
            <pc:sldMk cId="4235258195" sldId="300"/>
            <ac:spMk id="32" creationId="{11CAC6F2-0806-417B-BF5D-5AEF6195FA49}"/>
          </ac:spMkLst>
        </pc:spChg>
        <pc:spChg chg="add del">
          <ac:chgData name="Paullo Estevam" userId="6a7db5c51fb4b330" providerId="LiveId" clId="{8B4A8F64-B30B-43FD-97CA-9FB5338A855E}" dt="2024-11-28T00:00:30.884" v="1291" actId="26606"/>
          <ac:spMkLst>
            <pc:docMk/>
            <pc:sldMk cId="4235258195" sldId="300"/>
            <ac:spMk id="37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30.884" v="1291" actId="26606"/>
          <ac:spMkLst>
            <pc:docMk/>
            <pc:sldMk cId="4235258195" sldId="300"/>
            <ac:spMk id="38" creationId="{4E212B76-74CB-461F-90A3-EF4F2397A883}"/>
          </ac:spMkLst>
        </pc:spChg>
        <pc:spChg chg="add del">
          <ac:chgData name="Paullo Estevam" userId="6a7db5c51fb4b330" providerId="LiveId" clId="{8B4A8F64-B30B-43FD-97CA-9FB5338A855E}" dt="2024-11-28T00:00:30.884" v="1291" actId="26606"/>
          <ac:spMkLst>
            <pc:docMk/>
            <pc:sldMk cId="4235258195" sldId="300"/>
            <ac:spMk id="39" creationId="{81E746D0-4B37-4869-B2EF-79D5F0FFFBC9}"/>
          </ac:spMkLst>
        </pc:spChg>
        <pc:spChg chg="add del">
          <ac:chgData name="Paullo Estevam" userId="6a7db5c51fb4b330" providerId="LiveId" clId="{8B4A8F64-B30B-43FD-97CA-9FB5338A855E}" dt="2024-11-28T00:00:34.883" v="1293" actId="26606"/>
          <ac:spMkLst>
            <pc:docMk/>
            <pc:sldMk cId="4235258195" sldId="300"/>
            <ac:spMk id="42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34.883" v="1293" actId="26606"/>
          <ac:spMkLst>
            <pc:docMk/>
            <pc:sldMk cId="4235258195" sldId="300"/>
            <ac:spMk id="43" creationId="{4E212B76-74CB-461F-90A3-EF4F2397A883}"/>
          </ac:spMkLst>
        </pc:spChg>
        <pc:spChg chg="add del">
          <ac:chgData name="Paullo Estevam" userId="6a7db5c51fb4b330" providerId="LiveId" clId="{8B4A8F64-B30B-43FD-97CA-9FB5338A855E}" dt="2024-11-28T00:00:34.883" v="1293" actId="26606"/>
          <ac:spMkLst>
            <pc:docMk/>
            <pc:sldMk cId="4235258195" sldId="300"/>
            <ac:spMk id="44" creationId="{81E746D0-4B37-4869-B2EF-79D5F0FFFBC9}"/>
          </ac:spMkLst>
        </pc:spChg>
        <pc:spChg chg="add del">
          <ac:chgData name="Paullo Estevam" userId="6a7db5c51fb4b330" providerId="LiveId" clId="{8B4A8F64-B30B-43FD-97CA-9FB5338A855E}" dt="2024-11-28T00:00:41.805" v="1295" actId="26606"/>
          <ac:spMkLst>
            <pc:docMk/>
            <pc:sldMk cId="4235258195" sldId="300"/>
            <ac:spMk id="49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44.630" v="1297" actId="26606"/>
          <ac:spMkLst>
            <pc:docMk/>
            <pc:sldMk cId="4235258195" sldId="300"/>
            <ac:spMk id="54" creationId="{B8144315-1C5A-4185-A952-25D98D303D46}"/>
          </ac:spMkLst>
        </pc:spChg>
        <pc:spChg chg="add del">
          <ac:chgData name="Paullo Estevam" userId="6a7db5c51fb4b330" providerId="LiveId" clId="{8B4A8F64-B30B-43FD-97CA-9FB5338A855E}" dt="2024-11-28T00:00:48" v="1299" actId="26606"/>
          <ac:spMkLst>
            <pc:docMk/>
            <pc:sldMk cId="4235258195" sldId="300"/>
            <ac:spMk id="63" creationId="{B8144315-1C5A-4185-A952-25D98D303D46}"/>
          </ac:spMkLst>
        </pc:spChg>
        <pc:spChg chg="add">
          <ac:chgData name="Paullo Estevam" userId="6a7db5c51fb4b330" providerId="LiveId" clId="{8B4A8F64-B30B-43FD-97CA-9FB5338A855E}" dt="2024-11-28T00:00:48.061" v="1300" actId="26606"/>
          <ac:spMkLst>
            <pc:docMk/>
            <pc:sldMk cId="4235258195" sldId="300"/>
            <ac:spMk id="68" creationId="{B8144315-1C5A-4185-A952-25D98D303D46}"/>
          </ac:spMkLst>
        </pc:spChg>
        <pc:grpChg chg="add del">
          <ac:chgData name="Paullo Estevam" userId="6a7db5c51fb4b330" providerId="LiveId" clId="{8B4A8F64-B30B-43FD-97CA-9FB5338A855E}" dt="2024-11-28T00:00:11.923" v="1285" actId="26606"/>
          <ac:grpSpMkLst>
            <pc:docMk/>
            <pc:sldMk cId="4235258195" sldId="300"/>
            <ac:grpSpMk id="10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11.923" v="1285" actId="26606"/>
          <ac:grpSpMkLst>
            <pc:docMk/>
            <pc:sldMk cId="4235258195" sldId="300"/>
            <ac:grpSpMk id="16" creationId="{25A657F0-42F3-40D3-BC75-7DA1F5C6A225}"/>
          </ac:grpSpMkLst>
        </pc:grpChg>
        <pc:grpChg chg="add del">
          <ac:chgData name="Paullo Estevam" userId="6a7db5c51fb4b330" providerId="LiveId" clId="{8B4A8F64-B30B-43FD-97CA-9FB5338A855E}" dt="2024-11-28T00:00:20.544" v="1287" actId="26606"/>
          <ac:grpSpMkLst>
            <pc:docMk/>
            <pc:sldMk cId="4235258195" sldId="300"/>
            <ac:grpSpMk id="21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20.544" v="1287" actId="26606"/>
          <ac:grpSpMkLst>
            <pc:docMk/>
            <pc:sldMk cId="4235258195" sldId="300"/>
            <ac:grpSpMk id="25" creationId="{7E2D86BB-893F-471B-AD66-50E01777C082}"/>
          </ac:grpSpMkLst>
        </pc:grpChg>
        <pc:grpChg chg="add del">
          <ac:chgData name="Paullo Estevam" userId="6a7db5c51fb4b330" providerId="LiveId" clId="{8B4A8F64-B30B-43FD-97CA-9FB5338A855E}" dt="2024-11-28T00:00:28.755" v="1289" actId="26606"/>
          <ac:grpSpMkLst>
            <pc:docMk/>
            <pc:sldMk cId="4235258195" sldId="300"/>
            <ac:grpSpMk id="30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30.884" v="1291" actId="26606"/>
          <ac:grpSpMkLst>
            <pc:docMk/>
            <pc:sldMk cId="4235258195" sldId="300"/>
            <ac:grpSpMk id="34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34.883" v="1293" actId="26606"/>
          <ac:grpSpMkLst>
            <pc:docMk/>
            <pc:sldMk cId="4235258195" sldId="300"/>
            <ac:grpSpMk id="41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41.805" v="1295" actId="26606"/>
          <ac:grpSpMkLst>
            <pc:docMk/>
            <pc:sldMk cId="4235258195" sldId="300"/>
            <ac:grpSpMk id="46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41.805" v="1295" actId="26606"/>
          <ac:grpSpMkLst>
            <pc:docMk/>
            <pc:sldMk cId="4235258195" sldId="300"/>
            <ac:grpSpMk id="50" creationId="{7E2D86BB-893F-471B-AD66-50E01777C082}"/>
          </ac:grpSpMkLst>
        </pc:grpChg>
        <pc:grpChg chg="add del">
          <ac:chgData name="Paullo Estevam" userId="6a7db5c51fb4b330" providerId="LiveId" clId="{8B4A8F64-B30B-43FD-97CA-9FB5338A855E}" dt="2024-11-28T00:00:44.630" v="1297" actId="26606"/>
          <ac:grpSpMkLst>
            <pc:docMk/>
            <pc:sldMk cId="4235258195" sldId="300"/>
            <ac:grpSpMk id="53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44.630" v="1297" actId="26606"/>
          <ac:grpSpMkLst>
            <pc:docMk/>
            <pc:sldMk cId="4235258195" sldId="300"/>
            <ac:grpSpMk id="55" creationId="{25A657F0-42F3-40D3-BC75-7DA1F5C6A225}"/>
          </ac:grpSpMkLst>
        </pc:grpChg>
        <pc:grpChg chg="add del">
          <ac:chgData name="Paullo Estevam" userId="6a7db5c51fb4b330" providerId="LiveId" clId="{8B4A8F64-B30B-43FD-97CA-9FB5338A855E}" dt="2024-11-28T00:00:48" v="1299" actId="26606"/>
          <ac:grpSpMkLst>
            <pc:docMk/>
            <pc:sldMk cId="4235258195" sldId="300"/>
            <ac:grpSpMk id="60" creationId="{4091D54B-59AB-4A5E-8E9E-0421BD66D4FB}"/>
          </ac:grpSpMkLst>
        </pc:grpChg>
        <pc:grpChg chg="add del">
          <ac:chgData name="Paullo Estevam" userId="6a7db5c51fb4b330" providerId="LiveId" clId="{8B4A8F64-B30B-43FD-97CA-9FB5338A855E}" dt="2024-11-28T00:00:48" v="1299" actId="26606"/>
          <ac:grpSpMkLst>
            <pc:docMk/>
            <pc:sldMk cId="4235258195" sldId="300"/>
            <ac:grpSpMk id="64" creationId="{7E2D86BB-893F-471B-AD66-50E01777C082}"/>
          </ac:grpSpMkLst>
        </pc:grpChg>
        <pc:grpChg chg="add">
          <ac:chgData name="Paullo Estevam" userId="6a7db5c51fb4b330" providerId="LiveId" clId="{8B4A8F64-B30B-43FD-97CA-9FB5338A855E}" dt="2024-11-28T00:00:48.061" v="1300" actId="26606"/>
          <ac:grpSpMkLst>
            <pc:docMk/>
            <pc:sldMk cId="4235258195" sldId="300"/>
            <ac:grpSpMk id="67" creationId="{4091D54B-59AB-4A5E-8E9E-0421BD66D4FB}"/>
          </ac:grpSpMkLst>
        </pc:grpChg>
        <pc:grpChg chg="add">
          <ac:chgData name="Paullo Estevam" userId="6a7db5c51fb4b330" providerId="LiveId" clId="{8B4A8F64-B30B-43FD-97CA-9FB5338A855E}" dt="2024-11-28T00:00:48.061" v="1300" actId="26606"/>
          <ac:grpSpMkLst>
            <pc:docMk/>
            <pc:sldMk cId="4235258195" sldId="300"/>
            <ac:grpSpMk id="69" creationId="{25A657F0-42F3-40D3-BC75-7DA1F5C6A225}"/>
          </ac:grpSpMkLst>
        </pc:grpChg>
        <pc:graphicFrameChg chg="add mod modGraphic">
          <ac:chgData name="Paullo Estevam" userId="6a7db5c51fb4b330" providerId="LiveId" clId="{8B4A8F64-B30B-43FD-97CA-9FB5338A855E}" dt="2024-11-28T00:00:54.922" v="1302" actId="113"/>
          <ac:graphicFrameMkLst>
            <pc:docMk/>
            <pc:sldMk cId="4235258195" sldId="300"/>
            <ac:graphicFrameMk id="5" creationId="{F8D84C25-310C-AD3D-C1D5-ED95364B37FF}"/>
          </ac:graphicFrameMkLst>
        </pc:graphicFrameChg>
      </pc:sldChg>
      <pc:sldChg chg="modSp new del mod">
        <pc:chgData name="Paullo Estevam" userId="6a7db5c51fb4b330" providerId="LiveId" clId="{8B4A8F64-B30B-43FD-97CA-9FB5338A855E}" dt="2024-11-27T23:58:53.622" v="1265" actId="47"/>
        <pc:sldMkLst>
          <pc:docMk/>
          <pc:sldMk cId="953937518" sldId="301"/>
        </pc:sldMkLst>
        <pc:spChg chg="mod">
          <ac:chgData name="Paullo Estevam" userId="6a7db5c51fb4b330" providerId="LiveId" clId="{8B4A8F64-B30B-43FD-97CA-9FB5338A855E}" dt="2024-11-27T23:58:49.825" v="1263" actId="20577"/>
          <ac:spMkLst>
            <pc:docMk/>
            <pc:sldMk cId="953937518" sldId="301"/>
            <ac:spMk id="2" creationId="{85473C1E-951E-214C-16D5-FDC26CAF4B3F}"/>
          </ac:spMkLst>
        </pc:spChg>
      </pc:sldChg>
      <pc:sldChg chg="addSp delSp modSp new mod">
        <pc:chgData name="Paullo Estevam" userId="6a7db5c51fb4b330" providerId="LiveId" clId="{8B4A8F64-B30B-43FD-97CA-9FB5338A855E}" dt="2024-11-28T13:53:24.199" v="1371"/>
        <pc:sldMkLst>
          <pc:docMk/>
          <pc:sldMk cId="3346261887" sldId="301"/>
        </pc:sldMkLst>
        <pc:spChg chg="mod">
          <ac:chgData name="Paullo Estevam" userId="6a7db5c51fb4b330" providerId="LiveId" clId="{8B4A8F64-B30B-43FD-97CA-9FB5338A855E}" dt="2024-11-28T13:53:24.199" v="1371"/>
          <ac:spMkLst>
            <pc:docMk/>
            <pc:sldMk cId="3346261887" sldId="301"/>
            <ac:spMk id="2" creationId="{08284642-F511-DF06-7B09-3F2D059F53A6}"/>
          </ac:spMkLst>
        </pc:spChg>
        <pc:spChg chg="del">
          <ac:chgData name="Paullo Estevam" userId="6a7db5c51fb4b330" providerId="LiveId" clId="{8B4A8F64-B30B-43FD-97CA-9FB5338A855E}" dt="2024-11-28T13:53:09.150" v="1365" actId="478"/>
          <ac:spMkLst>
            <pc:docMk/>
            <pc:sldMk cId="3346261887" sldId="301"/>
            <ac:spMk id="3" creationId="{11FA8FB8-F89C-9F28-C391-F6891B9871EF}"/>
          </ac:spMkLst>
        </pc:spChg>
        <pc:picChg chg="add mod">
          <ac:chgData name="Paullo Estevam" userId="6a7db5c51fb4b330" providerId="LiveId" clId="{8B4A8F64-B30B-43FD-97CA-9FB5338A855E}" dt="2024-11-28T13:53:09.538" v="1366"/>
          <ac:picMkLst>
            <pc:docMk/>
            <pc:sldMk cId="3346261887" sldId="301"/>
            <ac:picMk id="5" creationId="{A43733B4-E8AC-3DA8-6664-C8A4A0C47958}"/>
          </ac:picMkLst>
        </pc:picChg>
        <pc:picChg chg="add mod">
          <ac:chgData name="Paullo Estevam" userId="6a7db5c51fb4b330" providerId="LiveId" clId="{8B4A8F64-B30B-43FD-97CA-9FB5338A855E}" dt="2024-11-28T13:53:17.029" v="1370" actId="1076"/>
          <ac:picMkLst>
            <pc:docMk/>
            <pc:sldMk cId="3346261887" sldId="301"/>
            <ac:picMk id="7" creationId="{DB82D2DD-4681-4A01-E40D-EAA27605BB7E}"/>
          </ac:picMkLst>
        </pc:picChg>
      </pc:sldChg>
    </pc:docChg>
  </pc:docChgLst>
  <pc:docChgLst>
    <pc:chgData name="Paullo Estevam" userId="6a7db5c51fb4b330" providerId="LiveId" clId="{865F4688-F1CD-40D8-8ED7-FA8301BABCCE}"/>
    <pc:docChg chg="custSel modSld">
      <pc:chgData name="Paullo Estevam" userId="6a7db5c51fb4b330" providerId="LiveId" clId="{865F4688-F1CD-40D8-8ED7-FA8301BABCCE}" dt="2024-11-13T12:02:17.755" v="12"/>
      <pc:docMkLst>
        <pc:docMk/>
      </pc:docMkLst>
      <pc:sldChg chg="addSp modSp mod">
        <pc:chgData name="Paullo Estevam" userId="6a7db5c51fb4b330" providerId="LiveId" clId="{865F4688-F1CD-40D8-8ED7-FA8301BABCCE}" dt="2024-11-13T12:00:07.952" v="1" actId="27636"/>
        <pc:sldMkLst>
          <pc:docMk/>
          <pc:sldMk cId="938926697" sldId="256"/>
        </pc:sldMkLst>
        <pc:spChg chg="mo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2" creationId="{BAE6D0B2-AB71-5AB8-54DA-503C8BECC73E}"/>
          </ac:spMkLst>
        </pc:spChg>
        <pc:spChg chg="mod">
          <ac:chgData name="Paullo Estevam" userId="6a7db5c51fb4b330" providerId="LiveId" clId="{865F4688-F1CD-40D8-8ED7-FA8301BABCCE}" dt="2024-11-13T12:00:07.952" v="1" actId="27636"/>
          <ac:spMkLst>
            <pc:docMk/>
            <pc:sldMk cId="938926697" sldId="256"/>
            <ac:spMk id="3" creationId="{6E20F618-ADEE-F9B9-FEC7-D382C579D8AD}"/>
          </ac:spMkLst>
        </pc:spChg>
        <pc:spChg chg="mo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5" creationId="{441873BE-7D4C-4604-E7E3-95B43C1BAD0B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76" creationId="{B541A2F0-1EDC-4D03-94AC-35BC742CEAC9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77" creationId="{08CE2AE4-51CC-4060-8818-423BB07BF3D4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79" creationId="{948AE52C-AD58-4D7E-BBEC-741EA69A9079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81" creationId="{EB3158C7-B011-4D27-BC9D-27EA5BE02D03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87" creationId="{40EA1C2A-B332-4211-8479-EA99BC303EF5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89" creationId="{24A97CC0-C913-4A9C-B6E8-755C7D15EAC8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91" creationId="{9DFA36DF-98BD-46D3-A75B-97154DB48262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93" creationId="{D1D22F90-51DE-40F7-96EE-8E9894DF0E7E}"/>
          </ac:spMkLst>
        </pc:spChg>
        <pc:spChg chg="add">
          <ac:chgData name="Paullo Estevam" userId="6a7db5c51fb4b330" providerId="LiveId" clId="{865F4688-F1CD-40D8-8ED7-FA8301BABCCE}" dt="2024-11-13T12:00:07.933" v="0" actId="26606"/>
          <ac:spMkLst>
            <pc:docMk/>
            <pc:sldMk cId="938926697" sldId="256"/>
            <ac:spMk id="3095" creationId="{F45D120E-4F36-4767-98FA-949993B8E1AC}"/>
          </ac:spMkLst>
        </pc:spChg>
        <pc:picChg chg="mod">
          <ac:chgData name="Paullo Estevam" userId="6a7db5c51fb4b330" providerId="LiveId" clId="{865F4688-F1CD-40D8-8ED7-FA8301BABCCE}" dt="2024-11-13T12:00:07.933" v="0" actId="26606"/>
          <ac:picMkLst>
            <pc:docMk/>
            <pc:sldMk cId="938926697" sldId="256"/>
            <ac:picMk id="3074" creationId="{8BB8753C-591A-7F89-F86E-683972DA484A}"/>
          </ac:picMkLst>
        </pc:picChg>
        <pc:cxnChg chg="add">
          <ac:chgData name="Paullo Estevam" userId="6a7db5c51fb4b330" providerId="LiveId" clId="{865F4688-F1CD-40D8-8ED7-FA8301BABCCE}" dt="2024-11-13T12:00:07.933" v="0" actId="26606"/>
          <ac:cxnSpMkLst>
            <pc:docMk/>
            <pc:sldMk cId="938926697" sldId="256"/>
            <ac:cxnSpMk id="3083" creationId="{7295AA18-FA8B-4B5D-9477-7F5F51288FEC}"/>
          </ac:cxnSpMkLst>
        </pc:cxnChg>
        <pc:cxnChg chg="add">
          <ac:chgData name="Paullo Estevam" userId="6a7db5c51fb4b330" providerId="LiveId" clId="{865F4688-F1CD-40D8-8ED7-FA8301BABCCE}" dt="2024-11-13T12:00:07.933" v="0" actId="26606"/>
          <ac:cxnSpMkLst>
            <pc:docMk/>
            <pc:sldMk cId="938926697" sldId="256"/>
            <ac:cxnSpMk id="3085" creationId="{5E377175-C211-4D7B-89F7-92406DBD7346}"/>
          </ac:cxnSpMkLst>
        </pc:cxnChg>
      </pc:sldChg>
      <pc:sldChg chg="setBg">
        <pc:chgData name="Paullo Estevam" userId="6a7db5c51fb4b330" providerId="LiveId" clId="{865F4688-F1CD-40D8-8ED7-FA8301BABCCE}" dt="2024-11-13T12:02:17.755" v="12"/>
        <pc:sldMkLst>
          <pc:docMk/>
          <pc:sldMk cId="3700189217" sldId="281"/>
        </pc:sldMkLst>
      </pc:sldChg>
      <pc:sldChg chg="modSp mod">
        <pc:chgData name="Paullo Estevam" userId="6a7db5c51fb4b330" providerId="LiveId" clId="{865F4688-F1CD-40D8-8ED7-FA8301BABCCE}" dt="2024-11-13T12:01:32.222" v="8" actId="108"/>
        <pc:sldMkLst>
          <pc:docMk/>
          <pc:sldMk cId="2254859679" sldId="291"/>
        </pc:sldMkLst>
        <pc:spChg chg="mod">
          <ac:chgData name="Paullo Estevam" userId="6a7db5c51fb4b330" providerId="LiveId" clId="{865F4688-F1CD-40D8-8ED7-FA8301BABCCE}" dt="2024-11-13T12:01:32.222" v="8" actId="108"/>
          <ac:spMkLst>
            <pc:docMk/>
            <pc:sldMk cId="2254859679" sldId="291"/>
            <ac:spMk id="7" creationId="{CF19173B-E839-9A30-A6CD-DC2C41C39078}"/>
          </ac:spMkLst>
        </pc:spChg>
      </pc:sldChg>
    </pc:docChg>
  </pc:docChgLst>
  <pc:docChgLst>
    <pc:chgData name="Paullo Estevam" userId="6a7db5c51fb4b330" providerId="LiveId" clId="{538B21DA-BA5F-477A-B382-CC60A0850E3C}"/>
    <pc:docChg chg="undo custSel delSld modSld sldOrd">
      <pc:chgData name="Paullo Estevam" userId="6a7db5c51fb4b330" providerId="LiveId" clId="{538B21DA-BA5F-477A-B382-CC60A0850E3C}" dt="2024-06-19T00:12:17.382" v="36"/>
      <pc:docMkLst>
        <pc:docMk/>
      </pc:docMkLst>
      <pc:sldChg chg="modSp mod ord">
        <pc:chgData name="Paullo Estevam" userId="6a7db5c51fb4b330" providerId="LiveId" clId="{538B21DA-BA5F-477A-B382-CC60A0850E3C}" dt="2024-06-19T00:12:17.382" v="36"/>
        <pc:sldMkLst>
          <pc:docMk/>
          <pc:sldMk cId="2586518911" sldId="259"/>
        </pc:sldMkLst>
        <pc:spChg chg="mod">
          <ac:chgData name="Paullo Estevam" userId="6a7db5c51fb4b330" providerId="LiveId" clId="{538B21DA-BA5F-477A-B382-CC60A0850E3C}" dt="2024-06-19T00:12:07.381" v="33" actId="27636"/>
          <ac:spMkLst>
            <pc:docMk/>
            <pc:sldMk cId="2586518911" sldId="259"/>
            <ac:spMk id="3" creationId="{DFB5D492-6C64-39D3-FC8C-78D3FAB107E6}"/>
          </ac:spMkLst>
        </pc:spChg>
        <pc:picChg chg="mod">
          <ac:chgData name="Paullo Estevam" userId="6a7db5c51fb4b330" providerId="LiveId" clId="{538B21DA-BA5F-477A-B382-CC60A0850E3C}" dt="2024-06-19T00:12:10.126" v="34" actId="1076"/>
          <ac:picMkLst>
            <pc:docMk/>
            <pc:sldMk cId="2586518911" sldId="259"/>
            <ac:picMk id="4" creationId="{5166CC0B-2429-A335-DB14-D49E55C21FA6}"/>
          </ac:picMkLst>
        </pc:picChg>
      </pc:sldChg>
      <pc:sldChg chg="addSp delSp modSp mod">
        <pc:chgData name="Paullo Estevam" userId="6a7db5c51fb4b330" providerId="LiveId" clId="{538B21DA-BA5F-477A-B382-CC60A0850E3C}" dt="2024-06-19T00:09:58.630" v="29" actId="1076"/>
        <pc:sldMkLst>
          <pc:docMk/>
          <pc:sldMk cId="348001568" sldId="264"/>
        </pc:sldMkLst>
        <pc:spChg chg="add mod">
          <ac:chgData name="Paullo Estevam" userId="6a7db5c51fb4b330" providerId="LiveId" clId="{538B21DA-BA5F-477A-B382-CC60A0850E3C}" dt="2024-06-19T00:09:58.630" v="29" actId="1076"/>
          <ac:spMkLst>
            <pc:docMk/>
            <pc:sldMk cId="348001568" sldId="264"/>
            <ac:spMk id="8" creationId="{2DB44BC2-CD17-09B7-E282-A1462363B275}"/>
          </ac:spMkLst>
        </pc:spChg>
        <pc:picChg chg="del">
          <ac:chgData name="Paullo Estevam" userId="6a7db5c51fb4b330" providerId="LiveId" clId="{538B21DA-BA5F-477A-B382-CC60A0850E3C}" dt="2024-06-19T00:07:24.276" v="23" actId="478"/>
          <ac:picMkLst>
            <pc:docMk/>
            <pc:sldMk cId="348001568" sldId="264"/>
            <ac:picMk id="1032" creationId="{AF6CDF13-6831-009D-7AF6-0CEEA8ED4984}"/>
          </ac:picMkLst>
        </pc:picChg>
        <pc:picChg chg="mod">
          <ac:chgData name="Paullo Estevam" userId="6a7db5c51fb4b330" providerId="LiveId" clId="{538B21DA-BA5F-477A-B382-CC60A0850E3C}" dt="2024-06-19T00:07:29.828" v="24" actId="1076"/>
          <ac:picMkLst>
            <pc:docMk/>
            <pc:sldMk cId="348001568" sldId="264"/>
            <ac:picMk id="1034" creationId="{111ED8F8-F301-BCE8-F5E5-1284E9478357}"/>
          </ac:picMkLst>
        </pc:picChg>
        <pc:picChg chg="mod">
          <ac:chgData name="Paullo Estevam" userId="6a7db5c51fb4b330" providerId="LiveId" clId="{538B21DA-BA5F-477A-B382-CC60A0850E3C}" dt="2024-06-19T00:08:30.607" v="27" actId="1076"/>
          <ac:picMkLst>
            <pc:docMk/>
            <pc:sldMk cId="348001568" sldId="264"/>
            <ac:picMk id="1040" creationId="{56F693D7-41E6-0EBF-1CE6-7E6B45822CA2}"/>
          </ac:picMkLst>
        </pc:picChg>
      </pc:sldChg>
      <pc:sldChg chg="addSp delSp modSp del mod">
        <pc:chgData name="Paullo Estevam" userId="6a7db5c51fb4b330" providerId="LiveId" clId="{538B21DA-BA5F-477A-B382-CC60A0850E3C}" dt="2024-06-19T00:07:14.282" v="22" actId="47"/>
        <pc:sldMkLst>
          <pc:docMk/>
          <pc:sldMk cId="1371645988" sldId="288"/>
        </pc:sldMkLst>
        <pc:spChg chg="add mod">
          <ac:chgData name="Paullo Estevam" userId="6a7db5c51fb4b330" providerId="LiveId" clId="{538B21DA-BA5F-477A-B382-CC60A0850E3C}" dt="2024-06-19T00:06:26.767" v="4"/>
          <ac:spMkLst>
            <pc:docMk/>
            <pc:sldMk cId="1371645988" sldId="288"/>
            <ac:spMk id="3" creationId="{EF7CE139-485D-CDDA-C375-5C49D1DC554F}"/>
          </ac:spMkLst>
        </pc:spChg>
        <pc:spChg chg="del mod">
          <ac:chgData name="Paullo Estevam" userId="6a7db5c51fb4b330" providerId="LiveId" clId="{538B21DA-BA5F-477A-B382-CC60A0850E3C}" dt="2024-06-19T00:06:54.096" v="19" actId="478"/>
          <ac:spMkLst>
            <pc:docMk/>
            <pc:sldMk cId="1371645988" sldId="288"/>
            <ac:spMk id="4" creationId="{748FF6AA-F292-F877-2C84-B398E4372711}"/>
          </ac:spMkLst>
        </pc:spChg>
        <pc:spChg chg="add mod">
          <ac:chgData name="Paullo Estevam" userId="6a7db5c51fb4b330" providerId="LiveId" clId="{538B21DA-BA5F-477A-B382-CC60A0850E3C}" dt="2024-06-19T00:06:51.837" v="18" actId="404"/>
          <ac:spMkLst>
            <pc:docMk/>
            <pc:sldMk cId="1371645988" sldId="288"/>
            <ac:spMk id="5" creationId="{8E195024-2703-BA2A-824D-552719CDFE13}"/>
          </ac:spMkLst>
        </pc:spChg>
      </pc:sldChg>
      <pc:sldChg chg="ord">
        <pc:chgData name="Paullo Estevam" userId="6a7db5c51fb4b330" providerId="LiveId" clId="{538B21DA-BA5F-477A-B382-CC60A0850E3C}" dt="2024-06-19T00:10:24.085" v="31"/>
        <pc:sldMkLst>
          <pc:docMk/>
          <pc:sldMk cId="2254859679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8542F-478A-425E-B0F7-A0269C9271BC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07C86-FE98-4476-9AA0-3BB0C18FD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83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513661D-34B0-4766-8590-5A294E0937F3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660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A3B6-8043-4814-9915-0663056BD641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293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84FA-3F71-4A33-829B-96E79CB025A8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092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DEB35-D79F-4BF3-AD02-174997D8B5B8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142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E1217-F5C5-4F47-86BA-F37452B3DD03}" type="datetime1">
              <a:rPr lang="es-CL" smtClean="0"/>
              <a:t>28-11-2024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404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9339-F38E-4839-B866-DA288FE6C837}" type="datetime1">
              <a:rPr lang="es-CL" smtClean="0"/>
              <a:t>28-11-2024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063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2FCB-307A-43A5-8E2E-5AF928932B14}" type="datetime1">
              <a:rPr lang="es-CL" smtClean="0"/>
              <a:t>28-11-2024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47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23F2-7C1E-4CFF-9E3E-8B97ABA85B80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310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9A95-D33F-4C50-9B3B-8F0E20D85AFA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684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36238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933246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641705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865407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471401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2306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3B4282F-6C31-4A90-80D9-9112EF591484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719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02795FB-85CE-4F65-BB61-76C2E9967055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09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AF554D7-DB75-453D-99B8-68AB43D763FC}" type="datetime1">
              <a:rPr lang="es-CL" smtClean="0"/>
              <a:t>28-11-2024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C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687A9EA-992D-466B-AFF2-8B3A116316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60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  <p:sldLayoutId id="2147484188" r:id="rId12"/>
    <p:sldLayoutId id="2147484189" r:id="rId13"/>
    <p:sldLayoutId id="2147484190" r:id="rId14"/>
    <p:sldLayoutId id="2147484191" r:id="rId15"/>
    <p:sldLayoutId id="2147484192" r:id="rId16"/>
    <p:sldLayoutId id="214748419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ovens interessados em tecnologias">
            <a:extLst>
              <a:ext uri="{FF2B5EF4-FFF2-40B4-BE49-F238E27FC236}">
                <a16:creationId xmlns:a16="http://schemas.microsoft.com/office/drawing/2014/main" id="{8BB8753C-591A-7F89-F86E-683972DA4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26377" b="22487"/>
          <a:stretch/>
        </p:blipFill>
        <p:spPr bwMode="auto">
          <a:xfrm>
            <a:off x="1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E6D0B2-AB71-5AB8-54DA-503C8BECC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0228" y="2031277"/>
            <a:ext cx="7261411" cy="236913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JIRA</a:t>
            </a:r>
            <a:b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Ferramenta 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Ágil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1873BE-7D4C-4604-E7E3-95B43C1B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687A9EA-992D-466B-AFF2-8B3A11631612}" type="slidenum">
              <a:rPr lang="es-CL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s-CL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BB910B-ABF2-2600-AE61-AF3A5984386C}"/>
              </a:ext>
            </a:extLst>
          </p:cNvPr>
          <p:cNvSpPr txBox="1"/>
          <p:nvPr/>
        </p:nvSpPr>
        <p:spPr>
          <a:xfrm>
            <a:off x="8498541" y="6131859"/>
            <a:ext cx="344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28/11/2024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B6E343-7994-6139-7CB9-69E21543F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25" y="4400408"/>
            <a:ext cx="2223179" cy="222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2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5F62B-33EC-CA77-F0A2-A008801D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Ferramenta de gestão de projetos</a:t>
            </a:r>
            <a:endParaRPr lang="es-CL" dirty="0"/>
          </a:p>
        </p:txBody>
      </p:sp>
      <p:sp>
        <p:nvSpPr>
          <p:cNvPr id="26" name="Espaço Reservado para Número de Slide 25">
            <a:extLst>
              <a:ext uri="{FF2B5EF4-FFF2-40B4-BE49-F238E27FC236}">
                <a16:creationId xmlns:a16="http://schemas.microsoft.com/office/drawing/2014/main" id="{2294E588-4ACD-C8B1-C818-A2621DF24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2</a:t>
            </a:fld>
            <a:endParaRPr lang="es-CL"/>
          </a:p>
        </p:txBody>
      </p:sp>
      <p:pic>
        <p:nvPicPr>
          <p:cNvPr id="1026" name="Picture 2" descr="Atlassian Jira e Plugins Jira - Jira SENAC">
            <a:extLst>
              <a:ext uri="{FF2B5EF4-FFF2-40B4-BE49-F238E27FC236}">
                <a16:creationId xmlns:a16="http://schemas.microsoft.com/office/drawing/2014/main" id="{BA4ED15B-86EE-9F68-9D51-54F082659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004" y="2808942"/>
            <a:ext cx="2592960" cy="101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7BEC5C2-A04E-E747-CF08-4DE15E7463AD}"/>
              </a:ext>
            </a:extLst>
          </p:cNvPr>
          <p:cNvSpPr txBox="1"/>
          <p:nvPr/>
        </p:nvSpPr>
        <p:spPr>
          <a:xfrm>
            <a:off x="256989" y="2366142"/>
            <a:ext cx="35978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Ferramenta de gestão de projetos </a:t>
            </a:r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 acompanhamento de tarefas. Inicialmente criada para o rastreamento de bugs, evoluiu para atender diversas metodologias ágeis, especialmente o Scrum e o </a:t>
            </a:r>
            <a:r>
              <a:rPr lang="pt-BR" dirty="0" err="1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Kanban</a:t>
            </a:r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552A8D-7F11-3C68-774C-7E46151B40FA}"/>
              </a:ext>
            </a:extLst>
          </p:cNvPr>
          <p:cNvSpPr txBox="1"/>
          <p:nvPr/>
        </p:nvSpPr>
        <p:spPr>
          <a:xfrm>
            <a:off x="4244041" y="4397467"/>
            <a:ext cx="4241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Quem usa o </a:t>
            </a:r>
            <a:r>
              <a:rPr lang="pt-BR" b="1" dirty="0" err="1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Jira</a:t>
            </a:r>
            <a:r>
              <a:rPr lang="pt-BR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?</a:t>
            </a: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ágeis</a:t>
            </a: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de acompanhamento de bugs</a:t>
            </a: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de </a:t>
            </a:r>
            <a:r>
              <a:rPr lang="pt-BR" dirty="0" err="1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DevOps</a:t>
            </a:r>
            <a:endParaRPr lang="pt-BR" dirty="0">
              <a:latin typeface="Abadi" panose="020F0502020204030204" pitchFamily="34" charset="0"/>
              <a:ea typeface="ADLaM Display" panose="020F0502020204030204" pitchFamily="2" charset="0"/>
              <a:cs typeface="Aldhabi" panose="020F0502020204030204" pitchFamily="2" charset="-78"/>
            </a:endParaRP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de Infraestrutura</a:t>
            </a: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de gerenciamento de produtos</a:t>
            </a: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de gestão de projetos</a:t>
            </a:r>
          </a:p>
          <a:p>
            <a:r>
              <a:rPr lang="pt-BR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Equipes de desenvolvimento de software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54A59C-7A11-C369-E0F5-05513EC17B44}"/>
              </a:ext>
            </a:extLst>
          </p:cNvPr>
          <p:cNvSpPr txBox="1"/>
          <p:nvPr/>
        </p:nvSpPr>
        <p:spPr>
          <a:xfrm>
            <a:off x="8558306" y="2440849"/>
            <a:ext cx="343049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Benefícios do </a:t>
            </a:r>
            <a:r>
              <a:rPr lang="pt-BR" sz="1400" b="1" dirty="0" err="1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Jira</a:t>
            </a:r>
            <a:endParaRPr lang="pt-BR" sz="1400" b="1" dirty="0">
              <a:latin typeface="Abadi" panose="020F0502020204030204" pitchFamily="34" charset="0"/>
              <a:ea typeface="ADLaM Display" panose="020F0502020204030204" pitchFamily="2" charset="0"/>
              <a:cs typeface="Aldhabi" panose="020F0502020204030204" pitchFamily="2" charset="-78"/>
            </a:endParaRPr>
          </a:p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Organização centralizada</a:t>
            </a:r>
            <a:r>
              <a:rPr lang="pt-BR" sz="1400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: Um único lugar para gerenciar backlog, sprints e fluxos de trabalho.</a:t>
            </a:r>
          </a:p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Transparência</a:t>
            </a:r>
            <a:r>
              <a:rPr lang="pt-BR" sz="1400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: Todos os membros da equipe têm visibilidade sobre as tarefas e prioridades.</a:t>
            </a:r>
          </a:p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Acompanhamento detalhado</a:t>
            </a:r>
            <a:r>
              <a:rPr lang="pt-BR" sz="1400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: Monitora o status das tarefas em tempo real.</a:t>
            </a:r>
          </a:p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Flexibilidade</a:t>
            </a:r>
            <a:r>
              <a:rPr lang="pt-BR" sz="1400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: Personalizável para atender diferentes necessidades, metodologias e fluxos.</a:t>
            </a:r>
          </a:p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Eficiência</a:t>
            </a:r>
            <a:r>
              <a:rPr lang="pt-BR" sz="1400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: Ajuda equipes a trabalhar de forma mais focada e produtiva.</a:t>
            </a:r>
          </a:p>
          <a:p>
            <a:r>
              <a:rPr lang="pt-BR" sz="1400" b="1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Escalabilidade</a:t>
            </a:r>
            <a:r>
              <a:rPr lang="pt-BR" sz="1400" dirty="0">
                <a:latin typeface="Abadi" panose="020F0502020204030204" pitchFamily="34" charset="0"/>
                <a:ea typeface="ADLaM Display" panose="020F0502020204030204" pitchFamily="2" charset="0"/>
                <a:cs typeface="Aldhabi" panose="020F0502020204030204" pitchFamily="2" charset="-78"/>
              </a:rPr>
              <a:t>: Ideal tanto para pequenos projetos quanto para grandes equipes corporativas.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59750B-8C42-073C-96EB-0E6239573A44}"/>
              </a:ext>
            </a:extLst>
          </p:cNvPr>
          <p:cNvSpPr txBox="1"/>
          <p:nvPr/>
        </p:nvSpPr>
        <p:spPr>
          <a:xfrm>
            <a:off x="203200" y="6341032"/>
            <a:ext cx="3765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https://www.atlassian.com/br/software/jira</a:t>
            </a:r>
          </a:p>
        </p:txBody>
      </p:sp>
    </p:spTree>
    <p:extLst>
      <p:ext uri="{BB962C8B-B14F-4D97-AF65-F5344CB8AC3E}">
        <p14:creationId xmlns:p14="http://schemas.microsoft.com/office/powerpoint/2010/main" val="65776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BBCE6C-C785-26ED-854F-30C5F182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3</a:t>
            </a:fld>
            <a:endParaRPr lang="es-CL"/>
          </a:p>
        </p:txBody>
      </p:sp>
      <p:pic>
        <p:nvPicPr>
          <p:cNvPr id="5" name="Imagem 4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D72DEB68-8533-50DD-2F0B-E29C92EF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35" y="141352"/>
            <a:ext cx="9310520" cy="645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2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97586" cy="706964"/>
          </a:xfrm>
        </p:spPr>
        <p:txBody>
          <a:bodyPr>
            <a:no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Mão na massa!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E63A37-CC2E-BB72-1EB3-DDD9E929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4</a:t>
            </a:fld>
            <a:endParaRPr lang="es-CL"/>
          </a:p>
        </p:txBody>
      </p:sp>
      <p:sp>
        <p:nvSpPr>
          <p:cNvPr id="9" name="Caixa de texto 37" descr="Número 2">
            <a:extLst>
              <a:ext uri="{FF2B5EF4-FFF2-40B4-BE49-F238E27FC236}">
                <a16:creationId xmlns:a16="http://schemas.microsoft.com/office/drawing/2014/main" id="{7DAC3EA4-6B55-25DB-22CF-C51D2356AE50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88894" y="2234583"/>
            <a:ext cx="49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</a:lstStyle>
          <a:p>
            <a:pPr algn="ctr" rtl="0"/>
            <a:r>
              <a:rPr lang="pt-BR">
                <a:solidFill>
                  <a:schemeClr val="bg1"/>
                </a:solidFill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7" name="Oval 36" descr="Círculo pequeno">
            <a:extLst>
              <a:ext uri="{FF2B5EF4-FFF2-40B4-BE49-F238E27FC236}">
                <a16:creationId xmlns:a16="http://schemas.microsoft.com/office/drawing/2014/main" id="{DA01587E-028D-E3DB-F8C9-F124ABEF7724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382150" y="283944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1</a:t>
            </a:r>
          </a:p>
        </p:txBody>
      </p:sp>
      <p:sp>
        <p:nvSpPr>
          <p:cNvPr id="18" name="Oval 36" descr="Círculo pequeno">
            <a:extLst>
              <a:ext uri="{FF2B5EF4-FFF2-40B4-BE49-F238E27FC236}">
                <a16:creationId xmlns:a16="http://schemas.microsoft.com/office/drawing/2014/main" id="{0644C07B-2F09-5071-5385-D4950E70F13E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377718" y="3895105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2</a:t>
            </a:r>
          </a:p>
        </p:txBody>
      </p:sp>
      <p:sp>
        <p:nvSpPr>
          <p:cNvPr id="19" name="Oval 36" descr="Círculo pequeno">
            <a:extLst>
              <a:ext uri="{FF2B5EF4-FFF2-40B4-BE49-F238E27FC236}">
                <a16:creationId xmlns:a16="http://schemas.microsoft.com/office/drawing/2014/main" id="{703CD349-6049-DF91-F6A1-5D34A1AA5EE4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377718" y="4987123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3</a:t>
            </a:r>
          </a:p>
        </p:txBody>
      </p:sp>
      <p:sp>
        <p:nvSpPr>
          <p:cNvPr id="20" name="Oval 36" descr="Círculo pequeno">
            <a:extLst>
              <a:ext uri="{FF2B5EF4-FFF2-40B4-BE49-F238E27FC236}">
                <a16:creationId xmlns:a16="http://schemas.microsoft.com/office/drawing/2014/main" id="{866A2C97-2CAD-71EE-6024-4150FE3E35BF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384196" y="6173715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4</a:t>
            </a:r>
          </a:p>
        </p:txBody>
      </p:sp>
      <p:sp>
        <p:nvSpPr>
          <p:cNvPr id="27" name="Caixa de texto 40" descr="Número 3">
            <a:extLst>
              <a:ext uri="{FF2B5EF4-FFF2-40B4-BE49-F238E27FC236}">
                <a16:creationId xmlns:a16="http://schemas.microsoft.com/office/drawing/2014/main" id="{DF166949-A02D-EE79-B5AB-3BD462EB61AD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8299491" y="3137606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</a:lstStyle>
          <a:p>
            <a:pPr algn="ctr" rtl="0"/>
            <a:r>
              <a:rPr lang="pt-BR">
                <a:solidFill>
                  <a:schemeClr val="bg1"/>
                </a:solidFill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28" name="Caixa de texto 43" descr="Número 3">
            <a:extLst>
              <a:ext uri="{FF2B5EF4-FFF2-40B4-BE49-F238E27FC236}">
                <a16:creationId xmlns:a16="http://schemas.microsoft.com/office/drawing/2014/main" id="{F7019E17-CCBA-32E8-9D4B-D2DAC432F26B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8281689" y="3851267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</a:lstStyle>
          <a:p>
            <a:pPr algn="ctr" rtl="0"/>
            <a:r>
              <a:rPr lang="pt-BR">
                <a:solidFill>
                  <a:schemeClr val="bg1"/>
                </a:solidFill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34444BB-31F8-8AD7-BA4F-BA5ADE21EBE6}"/>
              </a:ext>
            </a:extLst>
          </p:cNvPr>
          <p:cNvSpPr txBox="1"/>
          <p:nvPr/>
        </p:nvSpPr>
        <p:spPr>
          <a:xfrm>
            <a:off x="818727" y="2837344"/>
            <a:ext cx="342395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Criar alguns itens no </a:t>
            </a:r>
            <a:r>
              <a:rPr lang="pt-BR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Product</a:t>
            </a:r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 Backlog de vários tipos (histórias, tarefas, bugs e análises)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Adicionar descrição na parte interna dos itens para fornecer mais detalhes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Renomear itens para ter títulos melhores seguindo alguns padrões de histórias ágeis.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Ordenar itens no Backlog</a:t>
            </a:r>
          </a:p>
        </p:txBody>
      </p:sp>
      <p:sp>
        <p:nvSpPr>
          <p:cNvPr id="51" name="Oval 36" descr="Círculo pequeno">
            <a:extLst>
              <a:ext uri="{FF2B5EF4-FFF2-40B4-BE49-F238E27FC236}">
                <a16:creationId xmlns:a16="http://schemas.microsoft.com/office/drawing/2014/main" id="{B44F1222-9039-736B-8212-77472A200466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4532809" y="2819636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5</a:t>
            </a:r>
          </a:p>
        </p:txBody>
      </p:sp>
      <p:sp>
        <p:nvSpPr>
          <p:cNvPr id="52" name="Oval 36" descr="Círculo pequeno">
            <a:extLst>
              <a:ext uri="{FF2B5EF4-FFF2-40B4-BE49-F238E27FC236}">
                <a16:creationId xmlns:a16="http://schemas.microsoft.com/office/drawing/2014/main" id="{EC25CCBE-D573-BDD0-56CE-6E02B95D2CDE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4528377" y="3875293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6</a:t>
            </a:r>
          </a:p>
        </p:txBody>
      </p:sp>
      <p:sp>
        <p:nvSpPr>
          <p:cNvPr id="53" name="Oval 36" descr="Círculo pequeno">
            <a:extLst>
              <a:ext uri="{FF2B5EF4-FFF2-40B4-BE49-F238E27FC236}">
                <a16:creationId xmlns:a16="http://schemas.microsoft.com/office/drawing/2014/main" id="{8D18EA8B-7659-BC8E-0931-C27C6DB1FF3C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4528377" y="4967311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7</a:t>
            </a:r>
          </a:p>
        </p:txBody>
      </p:sp>
      <p:sp>
        <p:nvSpPr>
          <p:cNvPr id="54" name="Oval 36" descr="Círculo pequeno">
            <a:extLst>
              <a:ext uri="{FF2B5EF4-FFF2-40B4-BE49-F238E27FC236}">
                <a16:creationId xmlns:a16="http://schemas.microsoft.com/office/drawing/2014/main" id="{52F76A3A-CB0D-2EFC-6000-6C60DB5CCDB2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4540831" y="6153903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8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E2CFC8A-CF64-B060-96F4-C40F77B50475}"/>
              </a:ext>
            </a:extLst>
          </p:cNvPr>
          <p:cNvSpPr txBox="1"/>
          <p:nvPr/>
        </p:nvSpPr>
        <p:spPr>
          <a:xfrm>
            <a:off x="4969386" y="2817532"/>
            <a:ext cx="342395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Excluir itens desnecessários do Backlog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Adicionar itens no Sprint Backlog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Atribuir um Responsável para cada item da Sprint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Iniciar a Sprint</a:t>
            </a:r>
          </a:p>
        </p:txBody>
      </p:sp>
      <p:sp>
        <p:nvSpPr>
          <p:cNvPr id="56" name="Oval 36" descr="Círculo pequeno">
            <a:extLst>
              <a:ext uri="{FF2B5EF4-FFF2-40B4-BE49-F238E27FC236}">
                <a16:creationId xmlns:a16="http://schemas.microsoft.com/office/drawing/2014/main" id="{20C6270F-63D3-F34B-AF9D-F3E5126B076E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8403291" y="2823812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dirty="0"/>
              <a:t>9</a:t>
            </a:r>
          </a:p>
        </p:txBody>
      </p:sp>
      <p:sp>
        <p:nvSpPr>
          <p:cNvPr id="57" name="Oval 36" descr="Círculo pequeno">
            <a:extLst>
              <a:ext uri="{FF2B5EF4-FFF2-40B4-BE49-F238E27FC236}">
                <a16:creationId xmlns:a16="http://schemas.microsoft.com/office/drawing/2014/main" id="{ADBCFBE0-1D2E-0420-12FE-574A1AC95E7E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8398859" y="3879469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sz="700" b="1" dirty="0"/>
              <a:t>10</a:t>
            </a:r>
          </a:p>
        </p:txBody>
      </p:sp>
      <p:sp>
        <p:nvSpPr>
          <p:cNvPr id="58" name="Oval 36" descr="Círculo pequeno">
            <a:extLst>
              <a:ext uri="{FF2B5EF4-FFF2-40B4-BE49-F238E27FC236}">
                <a16:creationId xmlns:a16="http://schemas.microsoft.com/office/drawing/2014/main" id="{5B61AB7D-0D21-1AE5-7547-8DA7FDCDF220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8398859" y="4971487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sz="700" b="1" dirty="0"/>
              <a:t>11</a:t>
            </a:r>
          </a:p>
        </p:txBody>
      </p:sp>
      <p:sp>
        <p:nvSpPr>
          <p:cNvPr id="59" name="Oval 36" descr="Círculo pequeno">
            <a:extLst>
              <a:ext uri="{FF2B5EF4-FFF2-40B4-BE49-F238E27FC236}">
                <a16:creationId xmlns:a16="http://schemas.microsoft.com/office/drawing/2014/main" id="{540946AE-71E7-41CC-5593-2BD6F815989D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8411313" y="6158079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r>
              <a:rPr lang="pt-BR" sz="700" b="1" dirty="0"/>
              <a:t>12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EB84EC6-05BC-4998-6439-1C8883DAAFFF}"/>
              </a:ext>
            </a:extLst>
          </p:cNvPr>
          <p:cNvSpPr txBox="1"/>
          <p:nvPr/>
        </p:nvSpPr>
        <p:spPr>
          <a:xfrm>
            <a:off x="8839868" y="2821708"/>
            <a:ext cx="342395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Mudar status dos itens para Em Andamento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Adicionar comentários nos itens para descrever o trabalho realizado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Finalizar um item concluído</a:t>
            </a: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400" dirty="0">
                <a:latin typeface="Segoe UI" panose="020B0502040204020203" pitchFamily="34" charset="0"/>
                <a:cs typeface="Segoe UI" panose="020B0502040204020203" pitchFamily="34" charset="0"/>
              </a:rPr>
              <a:t>Finalizar a Sprint!</a:t>
            </a:r>
          </a:p>
        </p:txBody>
      </p:sp>
    </p:spTree>
    <p:extLst>
      <p:ext uri="{BB962C8B-B14F-4D97-AF65-F5344CB8AC3E}">
        <p14:creationId xmlns:p14="http://schemas.microsoft.com/office/powerpoint/2010/main" val="225485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EE85B-895A-204A-09C3-61E30AB9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8EC0E1-09F9-2511-E2FE-EE751DA9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 err="1">
                <a:solidFill>
                  <a:srgbClr val="EBEBEB"/>
                </a:solidFill>
              </a:rPr>
              <a:t>Histórias</a:t>
            </a:r>
            <a:endParaRPr lang="en-US" sz="42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9D756F5-12D8-B5AE-4F66-976588B5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9BA98FD-1EA6-4338-A96E-7BC42749B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674260"/>
              </p:ext>
            </p:extLst>
          </p:nvPr>
        </p:nvGraphicFramePr>
        <p:xfrm>
          <a:off x="1115819" y="1457937"/>
          <a:ext cx="6443180" cy="507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514">
                  <a:extLst>
                    <a:ext uri="{9D8B030D-6E8A-4147-A177-3AD203B41FA5}">
                      <a16:colId xmlns:a16="http://schemas.microsoft.com/office/drawing/2014/main" val="3047154909"/>
                    </a:ext>
                  </a:extLst>
                </a:gridCol>
                <a:gridCol w="5699666">
                  <a:extLst>
                    <a:ext uri="{9D8B030D-6E8A-4147-A177-3AD203B41FA5}">
                      <a16:colId xmlns:a16="http://schemas.microsoft.com/office/drawing/2014/main" val="2811658945"/>
                    </a:ext>
                  </a:extLst>
                </a:gridCol>
              </a:tblGrid>
              <a:tr h="41227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1200" u="none" strike="noStrike">
                          <a:effectLst/>
                        </a:rPr>
                        <a:t>CRIAR ALGUNS ITENS NO PRODUCT BACKLOG DE VÁRIOS TIPOS (HISTÓRIAS, TAREFAS, BUGS E ANÁLISES)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3791" marR="3791" marT="379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855001"/>
                  </a:ext>
                </a:extLst>
              </a:tr>
              <a:tr h="32597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TIPO "HISTÓRIA"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615907646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u="none" strike="noStrike" dirty="0">
                          <a:effectLst/>
                        </a:rPr>
                        <a:t>Participante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u="none" strike="noStrike" dirty="0">
                          <a:effectLst/>
                        </a:rPr>
                        <a:t>Título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3199822264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A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dialog para gravar livro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2466320574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A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Tela que permita buscar um usuário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1960895866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B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Mudar a cor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99596229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B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Renomear a palavra Sinopse para Descrição e Escritor para Autor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2732745571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C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 mecanismo/funcionalidade para gera relatórios de empréstimos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2089411043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C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 mecanismo/funcionalidade para resetar a senha do usuário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1077304422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D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 Botão que permita editar um livro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2768842189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D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 modal que exiba as informações detalhadas de um livro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667200152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E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Tela que permita cadastrar um novo gênero de livro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3906202548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E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 mecanismo/funcionalidade para emprestar um livro a um usuário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1247957281"/>
                  </a:ext>
                </a:extLst>
              </a:tr>
              <a:tr h="32597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F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Na hora que o usuário fizer login, exiba um BOM DIA bem grande na tela, pra animar, e se puder bote um versículo em negrito com a fonte Algerian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246799774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F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Tela que permita cadastrar um novo usuário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3753946646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G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Criar uma Botão que permita excluir um livro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3195541023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G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Criar um mecanismo/funcionalidade para trazer a capa do livro direto do site da </a:t>
                      </a:r>
                      <a:r>
                        <a:rPr lang="pt-BR" sz="900" u="none" strike="noStrike" dirty="0" err="1">
                          <a:effectLst/>
                        </a:rPr>
                        <a:t>Amazon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3423780997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H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Mudar a cor do sistema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2693697936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H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Criar uma Tela que permita buscar um livro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extLst>
                  <a:ext uri="{0D108BD9-81ED-4DB2-BD59-A6C34878D82A}">
                    <a16:rowId xmlns:a16="http://schemas.microsoft.com/office/drawing/2014/main" val="883299375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Lorem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ipsum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dolor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consectetur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adipiscing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elit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Proin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ultricies</a:t>
                      </a:r>
                      <a:endParaRPr lang="pt-BR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979146636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Duis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aute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irure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dolor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reprehenderit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voluptate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velit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esse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cillum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dolore</a:t>
                      </a:r>
                      <a:endParaRPr lang="pt-BR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1804784799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nb-NO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 enim ad minim veniam</a:t>
                      </a: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22139502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Ullamco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laboris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nisi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ut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aliquip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commodo</a:t>
                      </a:r>
                      <a:r>
                        <a:rPr lang="pt-B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consequat</a:t>
                      </a:r>
                      <a:endParaRPr lang="pt-BR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705783633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fr-F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Excepteur sint occaecat cupidatat non proident, sunt in culpa</a:t>
                      </a: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1425535373"/>
                  </a:ext>
                </a:extLst>
              </a:tr>
              <a:tr h="182141">
                <a:tc>
                  <a:txBody>
                    <a:bodyPr/>
                    <a:lstStyle/>
                    <a:p>
                      <a:pPr algn="ctr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791" marR="3791" marT="3791" marB="0" anchor="b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fr-F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Qui officia deserunt mollit anim id est laborum </a:t>
                      </a:r>
                    </a:p>
                  </a:txBody>
                  <a:tcPr marL="4233" marR="4233" marT="4233" marB="0" anchor="b"/>
                </a:tc>
                <a:extLst>
                  <a:ext uri="{0D108BD9-81ED-4DB2-BD59-A6C34878D82A}">
                    <a16:rowId xmlns:a16="http://schemas.microsoft.com/office/drawing/2014/main" val="331971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95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Rectangle 16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950A0-6591-76A8-7816-E6801AAB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Tarefas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EE63A37-CC2E-BB72-1EB3-DDD9E929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C87EB64-8CF4-6A73-E3BF-FF353D73D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53326"/>
              </p:ext>
            </p:extLst>
          </p:nvPr>
        </p:nvGraphicFramePr>
        <p:xfrm>
          <a:off x="1109763" y="1735486"/>
          <a:ext cx="6443181" cy="3515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55">
                  <a:extLst>
                    <a:ext uri="{9D8B030D-6E8A-4147-A177-3AD203B41FA5}">
                      <a16:colId xmlns:a16="http://schemas.microsoft.com/office/drawing/2014/main" val="4192223869"/>
                    </a:ext>
                  </a:extLst>
                </a:gridCol>
                <a:gridCol w="5597526">
                  <a:extLst>
                    <a:ext uri="{9D8B030D-6E8A-4147-A177-3AD203B41FA5}">
                      <a16:colId xmlns:a16="http://schemas.microsoft.com/office/drawing/2014/main" val="720970452"/>
                    </a:ext>
                  </a:extLst>
                </a:gridCol>
              </a:tblGrid>
              <a:tr h="47756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1400" u="none" strike="noStrike">
                          <a:effectLst/>
                        </a:rPr>
                        <a:t>CRIAR ALGUNS ITENS NO PRODUCT BACKLOG DE VÁRIOS TIPOS (HISTÓRIAS, TAREFAS, BUGS E ANÁLISES)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392" marR="4392" marT="4392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72562"/>
                  </a:ext>
                </a:extLst>
              </a:tr>
              <a:tr h="3776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TIPO "TAREFA"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716039739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effectLst/>
                        </a:rPr>
                        <a:t>Participante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effectLst/>
                        </a:rPr>
                        <a:t>Título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906334137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Aumentar o número maximo de conexões do Postgres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2163262938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B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Adicionar coluna "autor" na tabela livro no banco de dados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1064756927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Atualizar a versão do java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3093022629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D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Criar uma Maquina Virtual para testes do sistema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2430502993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Testar responsividade do sistema pelo celular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1440097795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F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Criar um mecanismo de logging para imprimir em um arquivo texto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1957691439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G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</a:rPr>
                        <a:t>Refatorar</a:t>
                      </a:r>
                      <a:r>
                        <a:rPr lang="pt-BR" sz="1100" u="none" strike="noStrike" dirty="0">
                          <a:effectLst/>
                        </a:rPr>
                        <a:t> queries para prevenir SQL </a:t>
                      </a:r>
                      <a:r>
                        <a:rPr lang="pt-BR" sz="1100" u="none" strike="noStrike" dirty="0" err="1">
                          <a:effectLst/>
                        </a:rPr>
                        <a:t>Injection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415984827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H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Criptografar a senha do banco de dados que está visível no arquivo </a:t>
                      </a:r>
                      <a:r>
                        <a:rPr lang="pt-BR" sz="1100" u="none" strike="noStrike" dirty="0" err="1">
                          <a:effectLst/>
                        </a:rPr>
                        <a:t>application.properties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3561025184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I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Criar Manual do Sistema para os usuários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2509768093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J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Fazer backup do banco de dados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4092196425"/>
                  </a:ext>
                </a:extLst>
              </a:tr>
              <a:tr h="2109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K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Melhorar performance da query de geração de relatórios de empréstimos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92" marR="4392" marT="4392" marB="0" anchor="b"/>
                </a:tc>
                <a:extLst>
                  <a:ext uri="{0D108BD9-81ED-4DB2-BD59-A6C34878D82A}">
                    <a16:rowId xmlns:a16="http://schemas.microsoft.com/office/drawing/2014/main" val="2761492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82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47EC8-DA1A-23A5-CD74-85D8DFD1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539678-9092-424C-2553-1D718B8E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Bugs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E8BEAE2-186B-159E-6B84-D6D5CA24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1B34398-D3A1-29E6-68BB-12D54F37A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36359"/>
              </p:ext>
            </p:extLst>
          </p:nvPr>
        </p:nvGraphicFramePr>
        <p:xfrm>
          <a:off x="1109763" y="1924914"/>
          <a:ext cx="6443181" cy="3615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316">
                  <a:extLst>
                    <a:ext uri="{9D8B030D-6E8A-4147-A177-3AD203B41FA5}">
                      <a16:colId xmlns:a16="http://schemas.microsoft.com/office/drawing/2014/main" val="1546030063"/>
                    </a:ext>
                  </a:extLst>
                </a:gridCol>
                <a:gridCol w="5442865">
                  <a:extLst>
                    <a:ext uri="{9D8B030D-6E8A-4147-A177-3AD203B41FA5}">
                      <a16:colId xmlns:a16="http://schemas.microsoft.com/office/drawing/2014/main" val="2503491628"/>
                    </a:ext>
                  </a:extLst>
                </a:gridCol>
              </a:tblGrid>
              <a:tr h="564907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1700" u="none" strike="noStrike">
                          <a:effectLst/>
                        </a:rPr>
                        <a:t>CRIAR ALGUNS ITENS NO PRODUCT BACKLOG DE VÁRIOS TIPOS (HISTÓRIAS, TAREFAS, BUGS E ANÁLISES)</a:t>
                      </a:r>
                      <a:endParaRPr lang="pt-BR" sz="1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95" marR="5195" marT="519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435527"/>
                  </a:ext>
                </a:extLst>
              </a:tr>
              <a:tr h="446658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effectLst/>
                        </a:rPr>
                        <a:t>TIPO “BUG"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812813717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u="none" strike="noStrike" dirty="0">
                          <a:effectLst/>
                        </a:rPr>
                        <a:t>Participante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b="1" u="none" strike="noStrike" dirty="0">
                          <a:effectLst/>
                        </a:rPr>
                        <a:t>Título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3787838350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A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Livro - Quando clica em buscar livro com letra maiuscula o sistema trava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479117481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B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Livro - Não está gravando o gênero corretamente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2514331806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C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Livro - Não está gravando quando digita título com mais de 50 caracteres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466727734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D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Livro - Na tela Detalhes, nao esta trazendo a descrição do livro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2808816593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E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Usuário - Está permitindo cadastrar dois usuários com o mesmo email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3185752014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F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Usuário - O e-mail de resetar senha não está chegando depois das 19:00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1524133122"/>
                  </a:ext>
                </a:extLst>
              </a:tr>
              <a:tr h="2495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</a:rPr>
                        <a:t>G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effectLst/>
                        </a:rPr>
                        <a:t>No navegador Edge o login não está funcionando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95" marR="5195" marT="5195" marB="0" anchor="b"/>
                </a:tc>
                <a:extLst>
                  <a:ext uri="{0D108BD9-81ED-4DB2-BD59-A6C34878D82A}">
                    <a16:rowId xmlns:a16="http://schemas.microsoft.com/office/drawing/2014/main" val="1501251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90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514D2-6E78-68AA-6167-90C06BF0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EE62DF-82E5-AC6E-034F-DB0D310D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Análises</a:t>
            </a:r>
            <a:endParaRPr lang="en-US" sz="5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12AC91E-E543-D838-1FD5-BFD1E8C0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0D3EAE9-5AF9-9D8C-7803-9E625CFD6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861080"/>
              </p:ext>
            </p:extLst>
          </p:nvPr>
        </p:nvGraphicFramePr>
        <p:xfrm>
          <a:off x="1109763" y="2034541"/>
          <a:ext cx="6443181" cy="3067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191">
                  <a:extLst>
                    <a:ext uri="{9D8B030D-6E8A-4147-A177-3AD203B41FA5}">
                      <a16:colId xmlns:a16="http://schemas.microsoft.com/office/drawing/2014/main" val="120687161"/>
                    </a:ext>
                  </a:extLst>
                </a:gridCol>
                <a:gridCol w="5496990">
                  <a:extLst>
                    <a:ext uri="{9D8B030D-6E8A-4147-A177-3AD203B41FA5}">
                      <a16:colId xmlns:a16="http://schemas.microsoft.com/office/drawing/2014/main" val="1008538944"/>
                    </a:ext>
                  </a:extLst>
                </a:gridCol>
              </a:tblGrid>
              <a:tr h="52373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1600" u="none" strike="noStrike">
                          <a:effectLst/>
                        </a:rPr>
                        <a:t>CRIAR ALGUNS ITENS NO PRODUCT BACKLOG DE VÁRIOS TIPOS (HISTÓRIAS, TAREFAS, BUGS E ANÁLISES)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816" marR="4816" marT="4816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170018"/>
                  </a:ext>
                </a:extLst>
              </a:tr>
              <a:tr h="414103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</a:rPr>
                        <a:t>TIPO “ANÁLISE"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3188874422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u="none" strike="noStrike" dirty="0">
                          <a:effectLst/>
                        </a:rPr>
                        <a:t>Participante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u="none" strike="noStrike" dirty="0">
                          <a:effectLst/>
                        </a:rPr>
                        <a:t>Título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3381337054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Perguntar ao PO se há limites de livros que um usuário pode pegar emprestado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1270395427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B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Entender o mecanismo de multa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437225067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C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Entender o mecanismo de devolução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100168323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D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Biblioteca da Amazon para obter informações de livros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740373093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E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Verificar se a biblioteca de geração de relatórios é compatível com Spring 3.3.1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16899967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F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Migração para Docker Container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51035708"/>
                  </a:ext>
                </a:extLst>
              </a:tr>
              <a:tr h="23138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G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</a:rPr>
                        <a:t>Validar se será permitido acessar o sistema fora da rede da ALPB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16" marR="4816" marT="4816" marB="0" anchor="b"/>
                </a:tc>
                <a:extLst>
                  <a:ext uri="{0D108BD9-81ED-4DB2-BD59-A6C34878D82A}">
                    <a16:rowId xmlns:a16="http://schemas.microsoft.com/office/drawing/2014/main" val="2735892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03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9980-AAF0-8291-4539-28B1485A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46581-0E22-0BA9-DC47-461444BA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pt-B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Adicionar descrição na parte interna dos itens para fornecer mais detalhes</a:t>
            </a:r>
            <a:endParaRPr lang="en-US" sz="32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62757A9-99E7-9A4A-DE45-72CE2F71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EE0472B-3EA5-8539-5A71-385738194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125670"/>
              </p:ext>
            </p:extLst>
          </p:nvPr>
        </p:nvGraphicFramePr>
        <p:xfrm>
          <a:off x="1109763" y="1700485"/>
          <a:ext cx="6443181" cy="386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623">
                  <a:extLst>
                    <a:ext uri="{9D8B030D-6E8A-4147-A177-3AD203B41FA5}">
                      <a16:colId xmlns:a16="http://schemas.microsoft.com/office/drawing/2014/main" val="2627386816"/>
                    </a:ext>
                  </a:extLst>
                </a:gridCol>
                <a:gridCol w="2338003">
                  <a:extLst>
                    <a:ext uri="{9D8B030D-6E8A-4147-A177-3AD203B41FA5}">
                      <a16:colId xmlns:a16="http://schemas.microsoft.com/office/drawing/2014/main" val="896736842"/>
                    </a:ext>
                  </a:extLst>
                </a:gridCol>
                <a:gridCol w="3416555">
                  <a:extLst>
                    <a:ext uri="{9D8B030D-6E8A-4147-A177-3AD203B41FA5}">
                      <a16:colId xmlns:a16="http://schemas.microsoft.com/office/drawing/2014/main" val="1780976189"/>
                    </a:ext>
                  </a:extLst>
                </a:gridCol>
              </a:tblGrid>
              <a:tr h="21414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pt-BR" sz="1200" u="none" strike="noStrike">
                          <a:effectLst/>
                        </a:rPr>
                        <a:t>ADICIONAR DESCRIÇÃO NA PARTE INTERNA DOS ITENS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101" marR="2101" marT="210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730725"/>
                  </a:ext>
                </a:extLst>
              </a:tr>
              <a:tr h="172833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3522616083"/>
                  </a:ext>
                </a:extLst>
              </a:tr>
              <a:tr h="172833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u="none" strike="noStrike" dirty="0">
                          <a:effectLst/>
                        </a:rPr>
                        <a:t>Participante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u="none" strike="noStrike" dirty="0">
                          <a:effectLst/>
                        </a:rPr>
                        <a:t>Título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u="none" strike="noStrike" dirty="0">
                          <a:effectLst/>
                        </a:rPr>
                        <a:t>Descrição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776915703"/>
                  </a:ext>
                </a:extLst>
              </a:tr>
              <a:tr h="4482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A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Livro - Permitir cadastro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tela para cadastrar um novo livro. Os campos obrigatórios são "Título, Autor, ISBN", os campos opcionais são "Ano, Editora, e número de páginas"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4189151021"/>
                  </a:ext>
                </a:extLst>
              </a:tr>
              <a:tr h="3105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B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 Mudar a cor da barra superior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Alterar a cor da topbar para a mesma cor que está atualmente da sidebar (azul claro). Utilizar mesmo código da cor.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2134094169"/>
                  </a:ext>
                </a:extLst>
              </a:tr>
              <a:tr h="4482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C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Relatórios - Permitir gerar um Relatório de Empréstimos por data inicial/final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No menu Relatórios, criar um sub-menu que abre uma tela que permite ao usuário inserir as datas, e um botão para gerar Relatório em PDF. Colunas do relatório "Data, Livro, Usuário".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3472891894"/>
                  </a:ext>
                </a:extLst>
              </a:tr>
              <a:tr h="172833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D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Livro - Permitir editar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tela para editar os campos de um livro.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2300179803"/>
                  </a:ext>
                </a:extLst>
              </a:tr>
              <a:tr h="3105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E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Gênero - Permitir cadastrar um novo gênero de livro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Criar uma tela para cadastrar um novo gênero de livro. Campo obrigatório: Descrição.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3204796179"/>
                  </a:ext>
                </a:extLst>
              </a:tr>
              <a:tr h="4482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F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Exibir "Bom dia" após o login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Ao efetuar o login, um popup deve aparecer com a mensagem de BomDia/BoaTarde/BoaNoite e um versículo aleatorio extraido do arquivo csv em anexo.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618111324"/>
                  </a:ext>
                </a:extLst>
              </a:tr>
              <a:tr h="3105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G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Livro - Permitir excluir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Permitir excluir (soft delete) um livro.   O mecanismo de recuperação do livro será implementador em uma outra história.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2182113382"/>
                  </a:ext>
                </a:extLst>
              </a:tr>
              <a:tr h="4482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H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Livro - Permitir buscar pelo título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Na tela principal de Livros, a que exibe todos os livros, criar um campo de busca pelo título.   Este campo deve ignorar espaços em brancos e permitir buscar livros por parte do nome (</a:t>
                      </a:r>
                      <a:r>
                        <a:rPr lang="pt-BR" sz="900" u="none" strike="noStrike" dirty="0" err="1">
                          <a:effectLst/>
                        </a:rPr>
                        <a:t>ilike</a:t>
                      </a:r>
                      <a:r>
                        <a:rPr lang="pt-BR" sz="900" u="none" strike="noStrike" dirty="0">
                          <a:effectLst/>
                        </a:rPr>
                        <a:t>).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101" marR="2101" marT="2101" marB="0" anchor="b"/>
                </a:tc>
                <a:extLst>
                  <a:ext uri="{0D108BD9-81ED-4DB2-BD59-A6C34878D82A}">
                    <a16:rowId xmlns:a16="http://schemas.microsoft.com/office/drawing/2014/main" val="1122727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683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7C41B8-587B-89FC-B5D6-73FA6C15A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Renomear histórias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4AE5FF-5AA3-601B-E38A-6898BCC6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1CBF3EB-BFE1-F39C-1535-9068D2AC5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649387"/>
              </p:ext>
            </p:extLst>
          </p:nvPr>
        </p:nvGraphicFramePr>
        <p:xfrm>
          <a:off x="1530277" y="1114621"/>
          <a:ext cx="5602154" cy="477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81">
                  <a:extLst>
                    <a:ext uri="{9D8B030D-6E8A-4147-A177-3AD203B41FA5}">
                      <a16:colId xmlns:a16="http://schemas.microsoft.com/office/drawing/2014/main" val="2661069327"/>
                    </a:ext>
                  </a:extLst>
                </a:gridCol>
                <a:gridCol w="4540273">
                  <a:extLst>
                    <a:ext uri="{9D8B030D-6E8A-4147-A177-3AD203B41FA5}">
                      <a16:colId xmlns:a16="http://schemas.microsoft.com/office/drawing/2014/main" val="2040397847"/>
                    </a:ext>
                  </a:extLst>
                </a:gridCol>
              </a:tblGrid>
              <a:tr h="25564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1400" u="none" strike="noStrike" dirty="0">
                          <a:effectLst/>
                        </a:rPr>
                        <a:t>RENOMEAR HISTÓRIAS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369" marR="4369" marT="4369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45443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 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2853775503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u="none" strike="noStrike" dirty="0">
                          <a:effectLst/>
                        </a:rPr>
                        <a:t>Participante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u="none" strike="noStrike" dirty="0">
                          <a:effectLst/>
                        </a:rPr>
                        <a:t>Título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947439389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Livro - Permitir cadastro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78073184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Usuário - Permitir buscar pelo cpf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2348990883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B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Mudar a cor da barra superior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4003587048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B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Livro - Renomear campos na tela de edição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3556200555"/>
                  </a:ext>
                </a:extLst>
              </a:tr>
              <a:tr h="4024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C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Relatórios - Permitir gerar um Relatório de Empréstimos por data inicial/final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471285356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C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Usuário - Permitir ao usuário resetar sua senha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289182267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D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Livro - Permitir editar 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600837751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D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Livro - Tela que exibe as informações detalhadas do livro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4019148369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E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Gênero - Permitir cadastrar um novo gênero de livro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2735227528"/>
                  </a:ext>
                </a:extLst>
              </a:tr>
              <a:tr h="4024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E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Empréstimo - Permitir ao usuario realizar um empréstimo de um livro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985672380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F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Exibir "Bom dia" após o login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423972125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F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Usuário - Permitir cadastro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2572044085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G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</a:rPr>
                        <a:t>Livro - Permitir excluir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1841350748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G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</a:rPr>
                        <a:t>Livro - Integração com a </a:t>
                      </a:r>
                      <a:r>
                        <a:rPr lang="pt-BR" sz="1200" u="none" strike="noStrike" dirty="0" err="1">
                          <a:effectLst/>
                        </a:rPr>
                        <a:t>Amazon</a:t>
                      </a:r>
                      <a:r>
                        <a:rPr lang="pt-BR" sz="1200" u="none" strike="noStrike" dirty="0">
                          <a:effectLst/>
                        </a:rPr>
                        <a:t> para trazer a capa do livro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3659200725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H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>
                          <a:effectLst/>
                        </a:rPr>
                        <a:t>Permitir que o usuário possa alterar a cor/tema do sistema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3965719546"/>
                  </a:ext>
                </a:extLst>
              </a:tr>
              <a:tr h="2230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effectLst/>
                        </a:rPr>
                        <a:t>H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u="none" strike="noStrike" dirty="0">
                          <a:effectLst/>
                        </a:rPr>
                        <a:t>Livro - Permitir buscar pelo título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69" marR="4369" marT="4369" marB="0" anchor="b"/>
                </a:tc>
                <a:extLst>
                  <a:ext uri="{0D108BD9-81ED-4DB2-BD59-A6C34878D82A}">
                    <a16:rowId xmlns:a16="http://schemas.microsoft.com/office/drawing/2014/main" val="3759542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7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8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37EF1D-6696-5972-3B2C-5BBCF9B4C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Excluir itens</a:t>
            </a:r>
          </a:p>
        </p:txBody>
      </p:sp>
      <p:grpSp>
        <p:nvGrpSpPr>
          <p:cNvPr id="69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70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1E53D7-1A90-66B0-2409-9AB97E7F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708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F687A9EA-992D-466B-AFF2-8B3A11631612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8D84C25-310C-AD3D-C1D5-ED95364B3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976239"/>
              </p:ext>
            </p:extLst>
          </p:nvPr>
        </p:nvGraphicFramePr>
        <p:xfrm>
          <a:off x="1109763" y="1331479"/>
          <a:ext cx="6443181" cy="4195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363">
                  <a:extLst>
                    <a:ext uri="{9D8B030D-6E8A-4147-A177-3AD203B41FA5}">
                      <a16:colId xmlns:a16="http://schemas.microsoft.com/office/drawing/2014/main" val="830955584"/>
                    </a:ext>
                  </a:extLst>
                </a:gridCol>
                <a:gridCol w="5082818">
                  <a:extLst>
                    <a:ext uri="{9D8B030D-6E8A-4147-A177-3AD203B41FA5}">
                      <a16:colId xmlns:a16="http://schemas.microsoft.com/office/drawing/2014/main" val="936919059"/>
                    </a:ext>
                  </a:extLst>
                </a:gridCol>
              </a:tblGrid>
              <a:tr h="41131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pt-BR" sz="2300" u="none" strike="noStrike">
                          <a:effectLst/>
                        </a:rPr>
                        <a:t>EXCLUIR ITENS</a:t>
                      </a:r>
                      <a:endParaRPr lang="pt-BR" sz="23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850" marR="6850" marT="685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693681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2083672844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u="none" strike="noStrike" dirty="0">
                          <a:effectLst/>
                        </a:rPr>
                        <a:t>Participante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u="none" strike="noStrike" dirty="0">
                          <a:effectLst/>
                        </a:rPr>
                        <a:t>Título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685815441"/>
                  </a:ext>
                </a:extLst>
              </a:tr>
              <a:tr h="6086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Lorem ipsum dolor sit amet, consectetur adipiscing elit. Proin ultricies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1111138787"/>
                  </a:ext>
                </a:extLst>
              </a:tr>
              <a:tr h="6086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B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Duis aute irure dolor in reprehenderit in voluptate velit esse cillum dolore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2268666767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C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u="none" strike="noStrike">
                          <a:effectLst/>
                        </a:rPr>
                        <a:t>Ut enim ad minim veniam</a:t>
                      </a:r>
                      <a:endParaRPr lang="nb-NO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1021380789"/>
                  </a:ext>
                </a:extLst>
              </a:tr>
              <a:tr h="6086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D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u="none" strike="noStrike">
                          <a:effectLst/>
                        </a:rPr>
                        <a:t>Ullamco laboris nisi ut aliquip ex ea commodo consequat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1586406398"/>
                  </a:ext>
                </a:extLst>
              </a:tr>
              <a:tr h="6086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Excepteur sint occaecat cupidatat non proident, sunt in culpa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2694901163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F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 dirty="0">
                          <a:effectLst/>
                        </a:rPr>
                        <a:t>Qui officia deserunt mollit anim id est laborum 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50" marR="6850" marT="6850" marB="0" anchor="b"/>
                </a:tc>
                <a:extLst>
                  <a:ext uri="{0D108BD9-81ED-4DB2-BD59-A6C34878D82A}">
                    <a16:rowId xmlns:a16="http://schemas.microsoft.com/office/drawing/2014/main" val="434515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258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84642-F511-DF06-7B09-3F2D059F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>
                <a:solidFill>
                  <a:schemeClr val="bg1"/>
                </a:solidFill>
              </a:rPr>
              <a:t>Mão</a:t>
            </a:r>
            <a:r>
              <a:rPr lang="es-CL" dirty="0">
                <a:solidFill>
                  <a:schemeClr val="bg1"/>
                </a:solidFill>
              </a:rPr>
              <a:t> </a:t>
            </a:r>
            <a:r>
              <a:rPr lang="es-CL" dirty="0" err="1">
                <a:solidFill>
                  <a:schemeClr val="bg1"/>
                </a:solidFill>
              </a:rPr>
              <a:t>na</a:t>
            </a:r>
            <a:r>
              <a:rPr lang="es-CL" dirty="0">
                <a:solidFill>
                  <a:schemeClr val="bg1"/>
                </a:solidFill>
              </a:rPr>
              <a:t> </a:t>
            </a:r>
            <a:r>
              <a:rPr lang="es-CL" dirty="0" err="1">
                <a:solidFill>
                  <a:schemeClr val="bg1"/>
                </a:solidFill>
              </a:rPr>
              <a:t>massa</a:t>
            </a:r>
            <a:r>
              <a:rPr lang="es-CL" dirty="0">
                <a:solidFill>
                  <a:schemeClr val="bg1"/>
                </a:solidFill>
              </a:rPr>
              <a:t>!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E15F3E-3C87-9843-4675-95E0B5BE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A9EA-992D-466B-AFF2-8B3A11631612}" type="slidenum">
              <a:rPr lang="es-CL" smtClean="0"/>
              <a:t>12</a:t>
            </a:fld>
            <a:endParaRPr lang="es-CL"/>
          </a:p>
        </p:txBody>
      </p:sp>
      <p:pic>
        <p:nvPicPr>
          <p:cNvPr id="7" name="Imagem 6" descr="Texto&#10;&#10;Descrição gerada automaticamente com confiança média">
            <a:extLst>
              <a:ext uri="{FF2B5EF4-FFF2-40B4-BE49-F238E27FC236}">
                <a16:creationId xmlns:a16="http://schemas.microsoft.com/office/drawing/2014/main" id="{DB82D2DD-4681-4A01-E40D-EAA27605B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656" y="2583627"/>
            <a:ext cx="10203458" cy="350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61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9E8E7-BB32-27F7-697B-97FE1BD2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5D45D19-64F2-8898-7BAE-6B8689B3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19" y="5328093"/>
            <a:ext cx="6188518" cy="1402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600" dirty="0"/>
              <a:t>E-mail: paulloestevam@gmail.com</a:t>
            </a:r>
          </a:p>
          <a:p>
            <a:pPr marL="0" indent="0">
              <a:buNone/>
            </a:pPr>
            <a:r>
              <a:rPr lang="es-CL" sz="1600" dirty="0" err="1"/>
              <a:t>Linkedin</a:t>
            </a:r>
            <a:r>
              <a:rPr lang="es-CL" sz="1600" dirty="0"/>
              <a:t>: https://www.linkedin.com/in/paulloestevam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CFE08B-C905-95FB-5C61-1579F1AC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687A9EA-992D-466B-AFF2-8B3A11631612}" type="slidenum">
              <a:rPr lang="es-CL" smtClean="0"/>
              <a:t>13</a:t>
            </a:fld>
            <a:endParaRPr lang="es-CL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7E7DAEF5-6E72-64FA-6C05-E57663D3D5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0D55773-F35B-3266-B0E5-AB376A5EEBED}"/>
              </a:ext>
            </a:extLst>
          </p:cNvPr>
          <p:cNvSpPr txBox="1">
            <a:spLocks/>
          </p:cNvSpPr>
          <p:nvPr/>
        </p:nvSpPr>
        <p:spPr>
          <a:xfrm>
            <a:off x="3652111" y="2616200"/>
            <a:ext cx="41782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L" dirty="0" err="1"/>
              <a:t>Muito</a:t>
            </a:r>
            <a:r>
              <a:rPr lang="es-CL" dirty="0"/>
              <a:t> </a:t>
            </a:r>
            <a:r>
              <a:rPr lang="es-CL" dirty="0" err="1"/>
              <a:t>obrigado</a:t>
            </a:r>
            <a:r>
              <a:rPr lang="es-CL" dirty="0"/>
              <a:t>!!!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2BA1D5-9A2E-B30D-0F68-93FD5F338021}"/>
              </a:ext>
            </a:extLst>
          </p:cNvPr>
          <p:cNvSpPr txBox="1"/>
          <p:nvPr/>
        </p:nvSpPr>
        <p:spPr>
          <a:xfrm>
            <a:off x="8350713" y="2229786"/>
            <a:ext cx="33990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Presença e formulário de pesquisa</a:t>
            </a:r>
          </a:p>
        </p:txBody>
      </p:sp>
      <p:pic>
        <p:nvPicPr>
          <p:cNvPr id="14" name="Imagem 13" descr="Código QR&#10;&#10;Descrição gerada automaticamente">
            <a:extLst>
              <a:ext uri="{FF2B5EF4-FFF2-40B4-BE49-F238E27FC236}">
                <a16:creationId xmlns:a16="http://schemas.microsoft.com/office/drawing/2014/main" id="{D9796816-5C2E-2031-647A-D9D8D4FE0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240" y="3614781"/>
            <a:ext cx="3077973" cy="30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1739</TotalTime>
  <Words>1454</Words>
  <Application>Microsoft Office PowerPoint</Application>
  <PresentationFormat>Widescreen</PresentationFormat>
  <Paragraphs>302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Abadi</vt:lpstr>
      <vt:lpstr>Aptos</vt:lpstr>
      <vt:lpstr>Aptos Narrow</vt:lpstr>
      <vt:lpstr>Arial</vt:lpstr>
      <vt:lpstr>Century Gothic</vt:lpstr>
      <vt:lpstr>Segoe UI</vt:lpstr>
      <vt:lpstr>Segoe UI Semibold</vt:lpstr>
      <vt:lpstr>Wingdings 3</vt:lpstr>
      <vt:lpstr>Íon - Sala da Diretoria</vt:lpstr>
      <vt:lpstr>JIRA Ferramenta Ágil</vt:lpstr>
      <vt:lpstr>Ferramenta de gestão de projetos</vt:lpstr>
      <vt:lpstr>Apresentação do PowerPoint</vt:lpstr>
      <vt:lpstr>Mão na massa!</vt:lpstr>
      <vt:lpstr>Histórias</vt:lpstr>
      <vt:lpstr>Tarefas</vt:lpstr>
      <vt:lpstr>Bugs</vt:lpstr>
      <vt:lpstr>Análises</vt:lpstr>
      <vt:lpstr>Adicionar descrição na parte interna dos itens para fornecer mais detalhes</vt:lpstr>
      <vt:lpstr>Renomear histórias</vt:lpstr>
      <vt:lpstr>Excluir itens</vt:lpstr>
      <vt:lpstr>Mão na massa!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dia!</dc:title>
  <dc:creator>Evelinny Souza</dc:creator>
  <cp:lastModifiedBy>Paullo Estevam</cp:lastModifiedBy>
  <cp:revision>21</cp:revision>
  <cp:lastPrinted>2024-11-28T13:49:17Z</cp:lastPrinted>
  <dcterms:created xsi:type="dcterms:W3CDTF">2024-04-18T19:24:35Z</dcterms:created>
  <dcterms:modified xsi:type="dcterms:W3CDTF">2024-11-28T17:08:18Z</dcterms:modified>
</cp:coreProperties>
</file>