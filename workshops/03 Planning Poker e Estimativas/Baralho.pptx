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60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B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4E0C-9781-43C0-B08B-60999D39BFD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0101-4AE3-4869-BEF3-195A270D6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01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4E0C-9781-43C0-B08B-60999D39BFD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0101-4AE3-4869-BEF3-195A270D6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9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4E0C-9781-43C0-B08B-60999D39BFD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0101-4AE3-4869-BEF3-195A270D6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31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4E0C-9781-43C0-B08B-60999D39BFD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0101-4AE3-4869-BEF3-195A270D6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4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4E0C-9781-43C0-B08B-60999D39BFD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0101-4AE3-4869-BEF3-195A270D6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58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4E0C-9781-43C0-B08B-60999D39BFD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0101-4AE3-4869-BEF3-195A270D6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8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4E0C-9781-43C0-B08B-60999D39BFD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0101-4AE3-4869-BEF3-195A270D6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87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4E0C-9781-43C0-B08B-60999D39BFD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0101-4AE3-4869-BEF3-195A270D6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78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4E0C-9781-43C0-B08B-60999D39BFD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0101-4AE3-4869-BEF3-195A270D6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0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4E0C-9781-43C0-B08B-60999D39BFD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0101-4AE3-4869-BEF3-195A270D6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8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4E0C-9781-43C0-B08B-60999D39BFD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0101-4AE3-4869-BEF3-195A270D6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57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74E0C-9781-43C0-B08B-60999D39BFD4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E0101-4AE3-4869-BEF3-195A270D68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11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 74">
            <a:extLst>
              <a:ext uri="{FF2B5EF4-FFF2-40B4-BE49-F238E27FC236}">
                <a16:creationId xmlns:a16="http://schemas.microsoft.com/office/drawing/2014/main" id="{C1740F38-837D-4D26-ADCF-AC1C8E3D1A53}"/>
              </a:ext>
            </a:extLst>
          </p:cNvPr>
          <p:cNvSpPr/>
          <p:nvPr/>
        </p:nvSpPr>
        <p:spPr>
          <a:xfrm>
            <a:off x="5002472" y="940692"/>
            <a:ext cx="1546168" cy="2460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CB86E457-BFB3-47EA-965C-FDA324EECDDD}"/>
              </a:ext>
            </a:extLst>
          </p:cNvPr>
          <p:cNvSpPr/>
          <p:nvPr/>
        </p:nvSpPr>
        <p:spPr>
          <a:xfrm>
            <a:off x="5086913" y="1048759"/>
            <a:ext cx="1361975" cy="22444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A0CD391A-AD4F-4450-B908-183C63E4127F}"/>
              </a:ext>
            </a:extLst>
          </p:cNvPr>
          <p:cNvSpPr txBox="1"/>
          <p:nvPr/>
        </p:nvSpPr>
        <p:spPr>
          <a:xfrm rot="10800000">
            <a:off x="4992350" y="1094821"/>
            <a:ext cx="1546167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gency FB" panose="020B0503020202020204" pitchFamily="34" charset="0"/>
              </a:rPr>
              <a:t>BRUNONONATO.COM</a:t>
            </a:r>
          </a:p>
        </p:txBody>
      </p:sp>
      <p:sp>
        <p:nvSpPr>
          <p:cNvPr id="90" name="Retângulo 89">
            <a:extLst>
              <a:ext uri="{FF2B5EF4-FFF2-40B4-BE49-F238E27FC236}">
                <a16:creationId xmlns:a16="http://schemas.microsoft.com/office/drawing/2014/main" id="{5DBC35F8-5EEF-46DC-B5CF-B8BC33555F7C}"/>
              </a:ext>
            </a:extLst>
          </p:cNvPr>
          <p:cNvSpPr/>
          <p:nvPr/>
        </p:nvSpPr>
        <p:spPr>
          <a:xfrm>
            <a:off x="5002471" y="3414077"/>
            <a:ext cx="1546168" cy="2460568"/>
          </a:xfrm>
          <a:prstGeom prst="rect">
            <a:avLst/>
          </a:prstGeom>
          <a:solidFill>
            <a:srgbClr val="08B0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tângulo 90">
            <a:extLst>
              <a:ext uri="{FF2B5EF4-FFF2-40B4-BE49-F238E27FC236}">
                <a16:creationId xmlns:a16="http://schemas.microsoft.com/office/drawing/2014/main" id="{CA3653F6-860C-4682-ADBA-EDEB45FC2378}"/>
              </a:ext>
            </a:extLst>
          </p:cNvPr>
          <p:cNvSpPr/>
          <p:nvPr/>
        </p:nvSpPr>
        <p:spPr>
          <a:xfrm>
            <a:off x="5002472" y="3414077"/>
            <a:ext cx="1546168" cy="2460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tângulo 91">
            <a:extLst>
              <a:ext uri="{FF2B5EF4-FFF2-40B4-BE49-F238E27FC236}">
                <a16:creationId xmlns:a16="http://schemas.microsoft.com/office/drawing/2014/main" id="{1F2D3A5F-D424-4FDC-865F-EE3446DEB43F}"/>
              </a:ext>
            </a:extLst>
          </p:cNvPr>
          <p:cNvSpPr/>
          <p:nvPr/>
        </p:nvSpPr>
        <p:spPr>
          <a:xfrm>
            <a:off x="5086912" y="3522144"/>
            <a:ext cx="1361975" cy="2244436"/>
          </a:xfrm>
          <a:prstGeom prst="rect">
            <a:avLst/>
          </a:prstGeom>
          <a:noFill/>
          <a:ln>
            <a:solidFill>
              <a:srgbClr val="08B0FB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Retângulo 105">
            <a:extLst>
              <a:ext uri="{FF2B5EF4-FFF2-40B4-BE49-F238E27FC236}">
                <a16:creationId xmlns:a16="http://schemas.microsoft.com/office/drawing/2014/main" id="{7CE4D6C5-3329-44C8-9E39-1C2050E9B600}"/>
              </a:ext>
            </a:extLst>
          </p:cNvPr>
          <p:cNvSpPr/>
          <p:nvPr/>
        </p:nvSpPr>
        <p:spPr>
          <a:xfrm>
            <a:off x="5274230" y="4084752"/>
            <a:ext cx="1002649" cy="834335"/>
          </a:xfrm>
          <a:prstGeom prst="rect">
            <a:avLst/>
          </a:prstGeom>
          <a:noFill/>
          <a:ln w="28575">
            <a:solidFill>
              <a:srgbClr val="08B0FB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dirty="0">
                <a:solidFill>
                  <a:srgbClr val="08B0FB"/>
                </a:solidFill>
                <a:latin typeface="Bahnschrift Condensed" panose="020B0502040204020203" pitchFamily="34" charset="0"/>
              </a:rPr>
              <a:t>5</a:t>
            </a:r>
          </a:p>
        </p:txBody>
      </p: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C06217AB-B79A-41CE-9C1F-C92AF25A350A}"/>
              </a:ext>
            </a:extLst>
          </p:cNvPr>
          <p:cNvSpPr/>
          <p:nvPr/>
        </p:nvSpPr>
        <p:spPr>
          <a:xfrm>
            <a:off x="6558761" y="947760"/>
            <a:ext cx="1546168" cy="2460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9" name="Retângulo 108">
            <a:extLst>
              <a:ext uri="{FF2B5EF4-FFF2-40B4-BE49-F238E27FC236}">
                <a16:creationId xmlns:a16="http://schemas.microsoft.com/office/drawing/2014/main" id="{45FA39E2-45FD-4368-B24E-DA3D281D4641}"/>
              </a:ext>
            </a:extLst>
          </p:cNvPr>
          <p:cNvSpPr/>
          <p:nvPr/>
        </p:nvSpPr>
        <p:spPr>
          <a:xfrm>
            <a:off x="6643202" y="1055827"/>
            <a:ext cx="1361975" cy="22444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AC62A3EF-52A7-4FD0-93B9-4022B2D96436}"/>
              </a:ext>
            </a:extLst>
          </p:cNvPr>
          <p:cNvSpPr txBox="1"/>
          <p:nvPr/>
        </p:nvSpPr>
        <p:spPr>
          <a:xfrm rot="10800000">
            <a:off x="6548639" y="1101889"/>
            <a:ext cx="1546167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gency FB" panose="020B0503020202020204" pitchFamily="34" charset="0"/>
              </a:rPr>
              <a:t>BRUNONONATO.COM</a:t>
            </a:r>
          </a:p>
        </p:txBody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id="{4F8879ED-C92F-4E36-B77D-BE6B79DD6496}"/>
              </a:ext>
            </a:extLst>
          </p:cNvPr>
          <p:cNvSpPr/>
          <p:nvPr/>
        </p:nvSpPr>
        <p:spPr>
          <a:xfrm>
            <a:off x="6558760" y="3421145"/>
            <a:ext cx="1546168" cy="2460568"/>
          </a:xfrm>
          <a:prstGeom prst="rect">
            <a:avLst/>
          </a:prstGeom>
          <a:solidFill>
            <a:srgbClr val="08B0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" name="Retângulo 112">
            <a:extLst>
              <a:ext uri="{FF2B5EF4-FFF2-40B4-BE49-F238E27FC236}">
                <a16:creationId xmlns:a16="http://schemas.microsoft.com/office/drawing/2014/main" id="{9D9AD9D7-16C0-49F7-A26F-86B7EC114AF9}"/>
              </a:ext>
            </a:extLst>
          </p:cNvPr>
          <p:cNvSpPr/>
          <p:nvPr/>
        </p:nvSpPr>
        <p:spPr>
          <a:xfrm>
            <a:off x="6558761" y="3421145"/>
            <a:ext cx="1546168" cy="2460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Retângulo 113">
            <a:extLst>
              <a:ext uri="{FF2B5EF4-FFF2-40B4-BE49-F238E27FC236}">
                <a16:creationId xmlns:a16="http://schemas.microsoft.com/office/drawing/2014/main" id="{2BC913B1-C88A-4874-A09A-84DDDF8ABC84}"/>
              </a:ext>
            </a:extLst>
          </p:cNvPr>
          <p:cNvSpPr/>
          <p:nvPr/>
        </p:nvSpPr>
        <p:spPr>
          <a:xfrm>
            <a:off x="6643201" y="3529212"/>
            <a:ext cx="1361975" cy="2244436"/>
          </a:xfrm>
          <a:prstGeom prst="rect">
            <a:avLst/>
          </a:prstGeom>
          <a:noFill/>
          <a:ln>
            <a:solidFill>
              <a:srgbClr val="08B0FB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643A95A2-A49A-481F-BCE1-89AE240C3DC7}"/>
              </a:ext>
            </a:extLst>
          </p:cNvPr>
          <p:cNvSpPr/>
          <p:nvPr/>
        </p:nvSpPr>
        <p:spPr>
          <a:xfrm>
            <a:off x="6830519" y="4091820"/>
            <a:ext cx="1002649" cy="834335"/>
          </a:xfrm>
          <a:prstGeom prst="rect">
            <a:avLst/>
          </a:prstGeom>
          <a:noFill/>
          <a:ln w="28575">
            <a:solidFill>
              <a:srgbClr val="08B0FB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dirty="0">
                <a:solidFill>
                  <a:srgbClr val="08B0FB"/>
                </a:solidFill>
                <a:latin typeface="Bahnschrift Condensed" panose="020B0502040204020203" pitchFamily="34" charset="0"/>
              </a:rPr>
              <a:t>8</a:t>
            </a:r>
          </a:p>
        </p:txBody>
      </p:sp>
      <p:sp>
        <p:nvSpPr>
          <p:cNvPr id="117" name="Retângulo 116">
            <a:extLst>
              <a:ext uri="{FF2B5EF4-FFF2-40B4-BE49-F238E27FC236}">
                <a16:creationId xmlns:a16="http://schemas.microsoft.com/office/drawing/2014/main" id="{93FB9A1D-6A46-4BCB-ADA8-80000DC54D45}"/>
              </a:ext>
            </a:extLst>
          </p:cNvPr>
          <p:cNvSpPr/>
          <p:nvPr/>
        </p:nvSpPr>
        <p:spPr>
          <a:xfrm>
            <a:off x="8100651" y="939160"/>
            <a:ext cx="1546168" cy="2460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9" name="Retângulo 118">
            <a:extLst>
              <a:ext uri="{FF2B5EF4-FFF2-40B4-BE49-F238E27FC236}">
                <a16:creationId xmlns:a16="http://schemas.microsoft.com/office/drawing/2014/main" id="{E6C822A7-E20B-4A7B-9357-BB67BFE93E43}"/>
              </a:ext>
            </a:extLst>
          </p:cNvPr>
          <p:cNvSpPr/>
          <p:nvPr/>
        </p:nvSpPr>
        <p:spPr>
          <a:xfrm>
            <a:off x="8185092" y="1047227"/>
            <a:ext cx="1361975" cy="22444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66FDF17D-E8AE-4771-964C-8203C6AF0D25}"/>
              </a:ext>
            </a:extLst>
          </p:cNvPr>
          <p:cNvSpPr txBox="1"/>
          <p:nvPr/>
        </p:nvSpPr>
        <p:spPr>
          <a:xfrm rot="10800000">
            <a:off x="8090529" y="1093289"/>
            <a:ext cx="1546167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gency FB" panose="020B0503020202020204" pitchFamily="34" charset="0"/>
              </a:rPr>
              <a:t>BRUNONONATO.COM</a:t>
            </a:r>
          </a:p>
        </p:txBody>
      </p:sp>
      <p:sp>
        <p:nvSpPr>
          <p:cNvPr id="122" name="Retângulo 121">
            <a:extLst>
              <a:ext uri="{FF2B5EF4-FFF2-40B4-BE49-F238E27FC236}">
                <a16:creationId xmlns:a16="http://schemas.microsoft.com/office/drawing/2014/main" id="{B392D8FD-533A-4D0C-8611-08F1B797E465}"/>
              </a:ext>
            </a:extLst>
          </p:cNvPr>
          <p:cNvSpPr/>
          <p:nvPr/>
        </p:nvSpPr>
        <p:spPr>
          <a:xfrm>
            <a:off x="8100650" y="3412545"/>
            <a:ext cx="1546168" cy="2460568"/>
          </a:xfrm>
          <a:prstGeom prst="rect">
            <a:avLst/>
          </a:prstGeom>
          <a:solidFill>
            <a:srgbClr val="08B0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3" name="Retângulo 122">
            <a:extLst>
              <a:ext uri="{FF2B5EF4-FFF2-40B4-BE49-F238E27FC236}">
                <a16:creationId xmlns:a16="http://schemas.microsoft.com/office/drawing/2014/main" id="{0AF093D4-6C3E-42C6-BC3A-A9CB28A5D4D5}"/>
              </a:ext>
            </a:extLst>
          </p:cNvPr>
          <p:cNvSpPr/>
          <p:nvPr/>
        </p:nvSpPr>
        <p:spPr>
          <a:xfrm>
            <a:off x="8100651" y="3412545"/>
            <a:ext cx="1546168" cy="2460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4" name="Retângulo 123">
            <a:extLst>
              <a:ext uri="{FF2B5EF4-FFF2-40B4-BE49-F238E27FC236}">
                <a16:creationId xmlns:a16="http://schemas.microsoft.com/office/drawing/2014/main" id="{136CE58D-71F3-45DA-BBA8-509208C203EE}"/>
              </a:ext>
            </a:extLst>
          </p:cNvPr>
          <p:cNvSpPr/>
          <p:nvPr/>
        </p:nvSpPr>
        <p:spPr>
          <a:xfrm>
            <a:off x="8185091" y="3520612"/>
            <a:ext cx="1361975" cy="2244436"/>
          </a:xfrm>
          <a:prstGeom prst="rect">
            <a:avLst/>
          </a:prstGeom>
          <a:noFill/>
          <a:ln>
            <a:solidFill>
              <a:srgbClr val="08B0FB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6" name="Retângulo 125">
            <a:extLst>
              <a:ext uri="{FF2B5EF4-FFF2-40B4-BE49-F238E27FC236}">
                <a16:creationId xmlns:a16="http://schemas.microsoft.com/office/drawing/2014/main" id="{006D1122-2AC2-466F-8E1A-777D0A2ED99C}"/>
              </a:ext>
            </a:extLst>
          </p:cNvPr>
          <p:cNvSpPr/>
          <p:nvPr/>
        </p:nvSpPr>
        <p:spPr>
          <a:xfrm>
            <a:off x="8372409" y="4083220"/>
            <a:ext cx="1002649" cy="834335"/>
          </a:xfrm>
          <a:prstGeom prst="rect">
            <a:avLst/>
          </a:prstGeom>
          <a:noFill/>
          <a:ln w="28575">
            <a:solidFill>
              <a:srgbClr val="08B0FB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dirty="0">
                <a:solidFill>
                  <a:srgbClr val="08B0FB"/>
                </a:solidFill>
                <a:latin typeface="Bahnschrift Condensed" panose="020B0502040204020203" pitchFamily="34" charset="0"/>
              </a:rPr>
              <a:t>13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F0CE4263-A854-4816-A130-4E6A4B2A1D18}"/>
              </a:ext>
            </a:extLst>
          </p:cNvPr>
          <p:cNvSpPr txBox="1"/>
          <p:nvPr/>
        </p:nvSpPr>
        <p:spPr>
          <a:xfrm rot="10800000">
            <a:off x="5002474" y="1780227"/>
            <a:ext cx="154616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gency FB" panose="020B0503020202020204" pitchFamily="34" charset="0"/>
              </a:rPr>
              <a:t>PLANNING</a:t>
            </a:r>
            <a:br>
              <a:rPr lang="pt-BR" dirty="0">
                <a:latin typeface="Agency FB" panose="020B0503020202020204" pitchFamily="34" charset="0"/>
              </a:rPr>
            </a:br>
            <a:r>
              <a:rPr lang="pt-BR" sz="2400" dirty="0">
                <a:latin typeface="Agency FB" panose="020B0503020202020204" pitchFamily="34" charset="0"/>
              </a:rPr>
              <a:t>POKER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4DD693F-84A2-4A3D-9BFC-20E31E23F028}"/>
              </a:ext>
            </a:extLst>
          </p:cNvPr>
          <p:cNvSpPr txBox="1"/>
          <p:nvPr/>
        </p:nvSpPr>
        <p:spPr>
          <a:xfrm rot="10800000">
            <a:off x="6558763" y="1787295"/>
            <a:ext cx="154616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gency FB" panose="020B0503020202020204" pitchFamily="34" charset="0"/>
              </a:rPr>
              <a:t>PLANNING</a:t>
            </a:r>
            <a:br>
              <a:rPr lang="pt-BR" dirty="0">
                <a:latin typeface="Agency FB" panose="020B0503020202020204" pitchFamily="34" charset="0"/>
              </a:rPr>
            </a:br>
            <a:r>
              <a:rPr lang="pt-BR" sz="2400" dirty="0">
                <a:latin typeface="Agency FB" panose="020B0503020202020204" pitchFamily="34" charset="0"/>
              </a:rPr>
              <a:t>POKER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3542855F-D84F-48AF-B2FD-400D89C6B245}"/>
              </a:ext>
            </a:extLst>
          </p:cNvPr>
          <p:cNvSpPr txBox="1"/>
          <p:nvPr/>
        </p:nvSpPr>
        <p:spPr>
          <a:xfrm rot="10800000">
            <a:off x="8100653" y="1778695"/>
            <a:ext cx="154616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gency FB" panose="020B0503020202020204" pitchFamily="34" charset="0"/>
              </a:rPr>
              <a:t>PLANNING</a:t>
            </a:r>
            <a:br>
              <a:rPr lang="pt-BR" dirty="0">
                <a:latin typeface="Agency FB" panose="020B0503020202020204" pitchFamily="34" charset="0"/>
              </a:rPr>
            </a:br>
            <a:r>
              <a:rPr lang="pt-BR" sz="2400" dirty="0">
                <a:latin typeface="Agency FB" panose="020B0503020202020204" pitchFamily="34" charset="0"/>
              </a:rPr>
              <a:t>POKER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1BDE415-B538-9276-323C-B60E1266BF30}"/>
              </a:ext>
            </a:extLst>
          </p:cNvPr>
          <p:cNvSpPr/>
          <p:nvPr/>
        </p:nvSpPr>
        <p:spPr>
          <a:xfrm>
            <a:off x="352521" y="940692"/>
            <a:ext cx="1546168" cy="2460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6DEA1E0-8B7A-990F-11CC-A7C4FB861BB5}"/>
              </a:ext>
            </a:extLst>
          </p:cNvPr>
          <p:cNvSpPr/>
          <p:nvPr/>
        </p:nvSpPr>
        <p:spPr>
          <a:xfrm>
            <a:off x="436962" y="1048759"/>
            <a:ext cx="1361975" cy="22444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5AF5EDB-D207-0C88-FD3C-7E436A26F0E2}"/>
              </a:ext>
            </a:extLst>
          </p:cNvPr>
          <p:cNvSpPr txBox="1"/>
          <p:nvPr/>
        </p:nvSpPr>
        <p:spPr>
          <a:xfrm rot="10800000">
            <a:off x="342399" y="1094821"/>
            <a:ext cx="1546167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gency FB" panose="020B0503020202020204" pitchFamily="34" charset="0"/>
              </a:rPr>
              <a:t>BRUNONONATO.COM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976862C-BFF9-8319-EC1B-72DCF8429945}"/>
              </a:ext>
            </a:extLst>
          </p:cNvPr>
          <p:cNvSpPr/>
          <p:nvPr/>
        </p:nvSpPr>
        <p:spPr>
          <a:xfrm>
            <a:off x="352520" y="3414077"/>
            <a:ext cx="1546168" cy="2460568"/>
          </a:xfrm>
          <a:prstGeom prst="rect">
            <a:avLst/>
          </a:prstGeom>
          <a:solidFill>
            <a:srgbClr val="08B0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6C40419-BA79-AC7A-02FD-4999D52B1C0B}"/>
              </a:ext>
            </a:extLst>
          </p:cNvPr>
          <p:cNvSpPr/>
          <p:nvPr/>
        </p:nvSpPr>
        <p:spPr>
          <a:xfrm>
            <a:off x="352521" y="3414077"/>
            <a:ext cx="1546168" cy="2460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ADD768A-3AD8-201F-3F61-A02A8FE6E5F3}"/>
              </a:ext>
            </a:extLst>
          </p:cNvPr>
          <p:cNvSpPr/>
          <p:nvPr/>
        </p:nvSpPr>
        <p:spPr>
          <a:xfrm>
            <a:off x="436961" y="3522144"/>
            <a:ext cx="1361975" cy="2244436"/>
          </a:xfrm>
          <a:prstGeom prst="rect">
            <a:avLst/>
          </a:prstGeom>
          <a:noFill/>
          <a:ln>
            <a:solidFill>
              <a:srgbClr val="08B0FB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0F61C3C-E925-890F-6D3C-E9560E37FACE}"/>
              </a:ext>
            </a:extLst>
          </p:cNvPr>
          <p:cNvSpPr/>
          <p:nvPr/>
        </p:nvSpPr>
        <p:spPr>
          <a:xfrm>
            <a:off x="624279" y="4084752"/>
            <a:ext cx="1002649" cy="834335"/>
          </a:xfrm>
          <a:prstGeom prst="rect">
            <a:avLst/>
          </a:prstGeom>
          <a:noFill/>
          <a:ln w="28575">
            <a:solidFill>
              <a:srgbClr val="08B0FB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dirty="0">
                <a:solidFill>
                  <a:srgbClr val="08B0FB"/>
                </a:solidFill>
                <a:latin typeface="Bahnschrift Condensed" panose="020B0502040204020203" pitchFamily="34" charset="0"/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C6AD5CF-01C1-D8EF-19D2-4AADEF2E67FC}"/>
              </a:ext>
            </a:extLst>
          </p:cNvPr>
          <p:cNvSpPr/>
          <p:nvPr/>
        </p:nvSpPr>
        <p:spPr>
          <a:xfrm>
            <a:off x="1914414" y="940692"/>
            <a:ext cx="1546168" cy="2460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1C4F766-A4D1-F060-995E-4C03F9B5C064}"/>
              </a:ext>
            </a:extLst>
          </p:cNvPr>
          <p:cNvSpPr/>
          <p:nvPr/>
        </p:nvSpPr>
        <p:spPr>
          <a:xfrm>
            <a:off x="1998855" y="1048759"/>
            <a:ext cx="1361975" cy="22444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3EF887F-0161-B1DD-C3AE-6ACA50FBB24B}"/>
              </a:ext>
            </a:extLst>
          </p:cNvPr>
          <p:cNvSpPr txBox="1"/>
          <p:nvPr/>
        </p:nvSpPr>
        <p:spPr>
          <a:xfrm rot="10800000">
            <a:off x="1904292" y="1094821"/>
            <a:ext cx="1546167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gency FB" panose="020B0503020202020204" pitchFamily="34" charset="0"/>
              </a:rPr>
              <a:t>BRUNONONATO.COM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7769C8B-1A2F-6F9E-52CE-615BB8013867}"/>
              </a:ext>
            </a:extLst>
          </p:cNvPr>
          <p:cNvSpPr/>
          <p:nvPr/>
        </p:nvSpPr>
        <p:spPr>
          <a:xfrm>
            <a:off x="1914413" y="3414077"/>
            <a:ext cx="1546168" cy="2460568"/>
          </a:xfrm>
          <a:prstGeom prst="rect">
            <a:avLst/>
          </a:prstGeom>
          <a:solidFill>
            <a:srgbClr val="08B0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A5CC416-25E4-88BF-9CAF-BC8759DD8967}"/>
              </a:ext>
            </a:extLst>
          </p:cNvPr>
          <p:cNvSpPr/>
          <p:nvPr/>
        </p:nvSpPr>
        <p:spPr>
          <a:xfrm>
            <a:off x="1914414" y="3414077"/>
            <a:ext cx="1546168" cy="2460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0E4C8E0-D160-6EAF-5DD3-CBE15B0B12E5}"/>
              </a:ext>
            </a:extLst>
          </p:cNvPr>
          <p:cNvSpPr/>
          <p:nvPr/>
        </p:nvSpPr>
        <p:spPr>
          <a:xfrm>
            <a:off x="1998854" y="3522144"/>
            <a:ext cx="1361975" cy="2244436"/>
          </a:xfrm>
          <a:prstGeom prst="rect">
            <a:avLst/>
          </a:prstGeom>
          <a:noFill/>
          <a:ln>
            <a:solidFill>
              <a:srgbClr val="08B0FB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5B248BB-DAEF-E340-6B2B-40663701C078}"/>
              </a:ext>
            </a:extLst>
          </p:cNvPr>
          <p:cNvSpPr/>
          <p:nvPr/>
        </p:nvSpPr>
        <p:spPr>
          <a:xfrm>
            <a:off x="2186172" y="4084752"/>
            <a:ext cx="1002649" cy="834335"/>
          </a:xfrm>
          <a:prstGeom prst="rect">
            <a:avLst/>
          </a:prstGeom>
          <a:noFill/>
          <a:ln w="28575">
            <a:solidFill>
              <a:srgbClr val="08B0FB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dirty="0">
                <a:solidFill>
                  <a:srgbClr val="08B0FB"/>
                </a:solidFill>
                <a:latin typeface="Bahnschrift Condensed" panose="020B0502040204020203" pitchFamily="34" charset="0"/>
              </a:rPr>
              <a:t>2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02C52C8-2A2D-7F9E-6CDB-11F898EF8185}"/>
              </a:ext>
            </a:extLst>
          </p:cNvPr>
          <p:cNvSpPr txBox="1"/>
          <p:nvPr/>
        </p:nvSpPr>
        <p:spPr>
          <a:xfrm rot="10800000">
            <a:off x="352523" y="1780227"/>
            <a:ext cx="154616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gency FB" panose="020B0503020202020204" pitchFamily="34" charset="0"/>
              </a:rPr>
              <a:t>PLANNING</a:t>
            </a:r>
            <a:br>
              <a:rPr lang="pt-BR" dirty="0">
                <a:latin typeface="Agency FB" panose="020B0503020202020204" pitchFamily="34" charset="0"/>
              </a:rPr>
            </a:br>
            <a:r>
              <a:rPr lang="pt-BR" sz="2400" dirty="0">
                <a:latin typeface="Agency FB" panose="020B0503020202020204" pitchFamily="34" charset="0"/>
              </a:rPr>
              <a:t>POKER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D3EFF48-29C5-CE49-0608-01EED6644585}"/>
              </a:ext>
            </a:extLst>
          </p:cNvPr>
          <p:cNvSpPr txBox="1"/>
          <p:nvPr/>
        </p:nvSpPr>
        <p:spPr>
          <a:xfrm rot="10800000">
            <a:off x="1914416" y="1780227"/>
            <a:ext cx="154616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gency FB" panose="020B0503020202020204" pitchFamily="34" charset="0"/>
              </a:rPr>
              <a:t>PLANNING</a:t>
            </a:r>
            <a:br>
              <a:rPr lang="pt-BR" dirty="0">
                <a:latin typeface="Agency FB" panose="020B0503020202020204" pitchFamily="34" charset="0"/>
              </a:rPr>
            </a:br>
            <a:r>
              <a:rPr lang="pt-BR" sz="2400" dirty="0">
                <a:latin typeface="Agency FB" panose="020B0503020202020204" pitchFamily="34" charset="0"/>
              </a:rPr>
              <a:t>POKER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47567BE-745D-DD4E-31D8-C5450BD447B3}"/>
              </a:ext>
            </a:extLst>
          </p:cNvPr>
          <p:cNvSpPr/>
          <p:nvPr/>
        </p:nvSpPr>
        <p:spPr>
          <a:xfrm>
            <a:off x="3456305" y="940692"/>
            <a:ext cx="1546168" cy="2460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6CB754B-7CCE-CA58-158B-6291B6D3661F}"/>
              </a:ext>
            </a:extLst>
          </p:cNvPr>
          <p:cNvSpPr/>
          <p:nvPr/>
        </p:nvSpPr>
        <p:spPr>
          <a:xfrm>
            <a:off x="3540746" y="1048759"/>
            <a:ext cx="1361975" cy="22444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227C9FB-AF8C-01E0-E848-1CA43F225CEF}"/>
              </a:ext>
            </a:extLst>
          </p:cNvPr>
          <p:cNvSpPr txBox="1"/>
          <p:nvPr/>
        </p:nvSpPr>
        <p:spPr>
          <a:xfrm rot="10800000">
            <a:off x="3446183" y="1094821"/>
            <a:ext cx="1546167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gency FB" panose="020B0503020202020204" pitchFamily="34" charset="0"/>
              </a:rPr>
              <a:t>BRUNONONATO.COM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FD1F607-E186-E4F7-04F7-42758948E608}"/>
              </a:ext>
            </a:extLst>
          </p:cNvPr>
          <p:cNvSpPr/>
          <p:nvPr/>
        </p:nvSpPr>
        <p:spPr>
          <a:xfrm>
            <a:off x="3456304" y="3414077"/>
            <a:ext cx="1546168" cy="2460568"/>
          </a:xfrm>
          <a:prstGeom prst="rect">
            <a:avLst/>
          </a:prstGeom>
          <a:solidFill>
            <a:srgbClr val="08B0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633C252-4CA9-4917-E64F-912AC40C305B}"/>
              </a:ext>
            </a:extLst>
          </p:cNvPr>
          <p:cNvSpPr/>
          <p:nvPr/>
        </p:nvSpPr>
        <p:spPr>
          <a:xfrm>
            <a:off x="3456305" y="3414077"/>
            <a:ext cx="1546168" cy="2460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0EFC081-592D-22B7-C87B-4F3934529F66}"/>
              </a:ext>
            </a:extLst>
          </p:cNvPr>
          <p:cNvSpPr/>
          <p:nvPr/>
        </p:nvSpPr>
        <p:spPr>
          <a:xfrm>
            <a:off x="3540745" y="3522144"/>
            <a:ext cx="1361975" cy="2244436"/>
          </a:xfrm>
          <a:prstGeom prst="rect">
            <a:avLst/>
          </a:prstGeom>
          <a:noFill/>
          <a:ln>
            <a:solidFill>
              <a:srgbClr val="08B0FB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76C926B-2D18-2EE1-1D4B-98E3C7946D70}"/>
              </a:ext>
            </a:extLst>
          </p:cNvPr>
          <p:cNvSpPr/>
          <p:nvPr/>
        </p:nvSpPr>
        <p:spPr>
          <a:xfrm>
            <a:off x="3728063" y="4084752"/>
            <a:ext cx="1002649" cy="834335"/>
          </a:xfrm>
          <a:prstGeom prst="rect">
            <a:avLst/>
          </a:prstGeom>
          <a:noFill/>
          <a:ln w="28575">
            <a:solidFill>
              <a:srgbClr val="08B0FB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dirty="0">
                <a:solidFill>
                  <a:srgbClr val="08B0FB"/>
                </a:solidFill>
                <a:latin typeface="Bahnschrift Condensed" panose="020B0502040204020203" pitchFamily="34" charset="0"/>
              </a:rPr>
              <a:t>3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4F04502-B026-13EA-1BA3-EF6A1533BE3C}"/>
              </a:ext>
            </a:extLst>
          </p:cNvPr>
          <p:cNvSpPr txBox="1"/>
          <p:nvPr/>
        </p:nvSpPr>
        <p:spPr>
          <a:xfrm rot="10800000">
            <a:off x="3456307" y="1780227"/>
            <a:ext cx="154616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gency FB" panose="020B0503020202020204" pitchFamily="34" charset="0"/>
              </a:rPr>
              <a:t>PLANNING</a:t>
            </a:r>
            <a:br>
              <a:rPr lang="pt-BR" dirty="0">
                <a:latin typeface="Agency FB" panose="020B0503020202020204" pitchFamily="34" charset="0"/>
              </a:rPr>
            </a:br>
            <a:r>
              <a:rPr lang="pt-BR" sz="2400" dirty="0">
                <a:latin typeface="Agency FB" panose="020B0503020202020204" pitchFamily="34" charset="0"/>
              </a:rPr>
              <a:t>POKER</a:t>
            </a:r>
          </a:p>
        </p:txBody>
      </p:sp>
    </p:spTree>
    <p:extLst>
      <p:ext uri="{BB962C8B-B14F-4D97-AF65-F5344CB8AC3E}">
        <p14:creationId xmlns:p14="http://schemas.microsoft.com/office/powerpoint/2010/main" val="2104411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6AD5C-1CDA-2C85-7C94-2CE4749D7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 74">
            <a:extLst>
              <a:ext uri="{FF2B5EF4-FFF2-40B4-BE49-F238E27FC236}">
                <a16:creationId xmlns:a16="http://schemas.microsoft.com/office/drawing/2014/main" id="{61CCBCC5-7D9C-DC95-AE14-F5CB2CCD7F4E}"/>
              </a:ext>
            </a:extLst>
          </p:cNvPr>
          <p:cNvSpPr/>
          <p:nvPr/>
        </p:nvSpPr>
        <p:spPr>
          <a:xfrm>
            <a:off x="5002472" y="940692"/>
            <a:ext cx="1546168" cy="2460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1A880146-6C3D-48C3-F554-826FB7474153}"/>
              </a:ext>
            </a:extLst>
          </p:cNvPr>
          <p:cNvSpPr/>
          <p:nvPr/>
        </p:nvSpPr>
        <p:spPr>
          <a:xfrm>
            <a:off x="5086913" y="1048759"/>
            <a:ext cx="1361975" cy="22444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BC49852C-A850-4E1B-CBE3-920B7A837D9C}"/>
              </a:ext>
            </a:extLst>
          </p:cNvPr>
          <p:cNvSpPr txBox="1"/>
          <p:nvPr/>
        </p:nvSpPr>
        <p:spPr>
          <a:xfrm rot="10800000">
            <a:off x="4992350" y="1094821"/>
            <a:ext cx="1546167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gency FB" panose="020B0503020202020204" pitchFamily="34" charset="0"/>
              </a:rPr>
              <a:t>BRUNONONATO.COM</a:t>
            </a:r>
          </a:p>
        </p:txBody>
      </p:sp>
      <p:sp>
        <p:nvSpPr>
          <p:cNvPr id="90" name="Retângulo 89">
            <a:extLst>
              <a:ext uri="{FF2B5EF4-FFF2-40B4-BE49-F238E27FC236}">
                <a16:creationId xmlns:a16="http://schemas.microsoft.com/office/drawing/2014/main" id="{027BA310-56E7-740C-B81B-8D1947D7F969}"/>
              </a:ext>
            </a:extLst>
          </p:cNvPr>
          <p:cNvSpPr/>
          <p:nvPr/>
        </p:nvSpPr>
        <p:spPr>
          <a:xfrm>
            <a:off x="5002471" y="3414077"/>
            <a:ext cx="1546168" cy="2460568"/>
          </a:xfrm>
          <a:prstGeom prst="rect">
            <a:avLst/>
          </a:prstGeom>
          <a:solidFill>
            <a:srgbClr val="08B0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tângulo 90">
            <a:extLst>
              <a:ext uri="{FF2B5EF4-FFF2-40B4-BE49-F238E27FC236}">
                <a16:creationId xmlns:a16="http://schemas.microsoft.com/office/drawing/2014/main" id="{5B2C23A5-21F2-284F-E30F-8D38DADB00B4}"/>
              </a:ext>
            </a:extLst>
          </p:cNvPr>
          <p:cNvSpPr/>
          <p:nvPr/>
        </p:nvSpPr>
        <p:spPr>
          <a:xfrm>
            <a:off x="5002472" y="3414077"/>
            <a:ext cx="1546168" cy="2460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tângulo 91">
            <a:extLst>
              <a:ext uri="{FF2B5EF4-FFF2-40B4-BE49-F238E27FC236}">
                <a16:creationId xmlns:a16="http://schemas.microsoft.com/office/drawing/2014/main" id="{C690B657-AD3B-52D7-C9E7-54F767EA63D5}"/>
              </a:ext>
            </a:extLst>
          </p:cNvPr>
          <p:cNvSpPr/>
          <p:nvPr/>
        </p:nvSpPr>
        <p:spPr>
          <a:xfrm>
            <a:off x="5086912" y="3522144"/>
            <a:ext cx="1361975" cy="2244436"/>
          </a:xfrm>
          <a:prstGeom prst="rect">
            <a:avLst/>
          </a:prstGeom>
          <a:noFill/>
          <a:ln>
            <a:solidFill>
              <a:srgbClr val="08B0FB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Retângulo 105">
            <a:extLst>
              <a:ext uri="{FF2B5EF4-FFF2-40B4-BE49-F238E27FC236}">
                <a16:creationId xmlns:a16="http://schemas.microsoft.com/office/drawing/2014/main" id="{DAF832ED-1DFA-3629-3953-363B2A61254C}"/>
              </a:ext>
            </a:extLst>
          </p:cNvPr>
          <p:cNvSpPr/>
          <p:nvPr/>
        </p:nvSpPr>
        <p:spPr>
          <a:xfrm>
            <a:off x="5274230" y="4084752"/>
            <a:ext cx="1002649" cy="834335"/>
          </a:xfrm>
          <a:prstGeom prst="rect">
            <a:avLst/>
          </a:prstGeom>
          <a:noFill/>
          <a:ln w="28575">
            <a:solidFill>
              <a:srgbClr val="08B0FB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dirty="0">
              <a:solidFill>
                <a:srgbClr val="08B0FB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0108EA2C-A044-73D4-3A7D-83C9CF3F71ED}"/>
              </a:ext>
            </a:extLst>
          </p:cNvPr>
          <p:cNvSpPr/>
          <p:nvPr/>
        </p:nvSpPr>
        <p:spPr>
          <a:xfrm>
            <a:off x="6558761" y="947760"/>
            <a:ext cx="1546168" cy="2460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9" name="Retângulo 108">
            <a:extLst>
              <a:ext uri="{FF2B5EF4-FFF2-40B4-BE49-F238E27FC236}">
                <a16:creationId xmlns:a16="http://schemas.microsoft.com/office/drawing/2014/main" id="{511F26FB-FE16-855D-E4D2-64762F9C0815}"/>
              </a:ext>
            </a:extLst>
          </p:cNvPr>
          <p:cNvSpPr/>
          <p:nvPr/>
        </p:nvSpPr>
        <p:spPr>
          <a:xfrm>
            <a:off x="6643202" y="1055827"/>
            <a:ext cx="1361975" cy="22444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DA311773-FA52-0C20-D46B-B9BB51C01C6A}"/>
              </a:ext>
            </a:extLst>
          </p:cNvPr>
          <p:cNvSpPr txBox="1"/>
          <p:nvPr/>
        </p:nvSpPr>
        <p:spPr>
          <a:xfrm rot="10800000">
            <a:off x="6548639" y="1101889"/>
            <a:ext cx="1546167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gency FB" panose="020B0503020202020204" pitchFamily="34" charset="0"/>
              </a:rPr>
              <a:t>BRUNONONATO.COM</a:t>
            </a:r>
          </a:p>
        </p:txBody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id="{7FD66B59-F243-CC70-19F4-08F5A98F1844}"/>
              </a:ext>
            </a:extLst>
          </p:cNvPr>
          <p:cNvSpPr/>
          <p:nvPr/>
        </p:nvSpPr>
        <p:spPr>
          <a:xfrm>
            <a:off x="6558760" y="3421145"/>
            <a:ext cx="1546168" cy="2460568"/>
          </a:xfrm>
          <a:prstGeom prst="rect">
            <a:avLst/>
          </a:prstGeom>
          <a:solidFill>
            <a:srgbClr val="08B0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" name="Retângulo 112">
            <a:extLst>
              <a:ext uri="{FF2B5EF4-FFF2-40B4-BE49-F238E27FC236}">
                <a16:creationId xmlns:a16="http://schemas.microsoft.com/office/drawing/2014/main" id="{2EDB8B41-76D3-5F54-0C39-E7386251BD85}"/>
              </a:ext>
            </a:extLst>
          </p:cNvPr>
          <p:cNvSpPr/>
          <p:nvPr/>
        </p:nvSpPr>
        <p:spPr>
          <a:xfrm>
            <a:off x="6558761" y="3421145"/>
            <a:ext cx="1546168" cy="2460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Retângulo 113">
            <a:extLst>
              <a:ext uri="{FF2B5EF4-FFF2-40B4-BE49-F238E27FC236}">
                <a16:creationId xmlns:a16="http://schemas.microsoft.com/office/drawing/2014/main" id="{6DF48AD2-FD03-1089-35A7-A6686FA7DEED}"/>
              </a:ext>
            </a:extLst>
          </p:cNvPr>
          <p:cNvSpPr/>
          <p:nvPr/>
        </p:nvSpPr>
        <p:spPr>
          <a:xfrm>
            <a:off x="6643201" y="3529212"/>
            <a:ext cx="1361975" cy="2244436"/>
          </a:xfrm>
          <a:prstGeom prst="rect">
            <a:avLst/>
          </a:prstGeom>
          <a:noFill/>
          <a:ln>
            <a:solidFill>
              <a:srgbClr val="08B0FB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C2A4B23F-9A42-46E0-5E1D-565D741250A8}"/>
              </a:ext>
            </a:extLst>
          </p:cNvPr>
          <p:cNvSpPr/>
          <p:nvPr/>
        </p:nvSpPr>
        <p:spPr>
          <a:xfrm>
            <a:off x="6830519" y="4091820"/>
            <a:ext cx="1002649" cy="834335"/>
          </a:xfrm>
          <a:prstGeom prst="rect">
            <a:avLst/>
          </a:prstGeom>
          <a:noFill/>
          <a:ln w="28575">
            <a:solidFill>
              <a:srgbClr val="08B0FB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dirty="0">
              <a:solidFill>
                <a:srgbClr val="08B0FB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17" name="Retângulo 116">
            <a:extLst>
              <a:ext uri="{FF2B5EF4-FFF2-40B4-BE49-F238E27FC236}">
                <a16:creationId xmlns:a16="http://schemas.microsoft.com/office/drawing/2014/main" id="{8B9D9B88-8A4F-8252-5453-8B3E5BB299FC}"/>
              </a:ext>
            </a:extLst>
          </p:cNvPr>
          <p:cNvSpPr/>
          <p:nvPr/>
        </p:nvSpPr>
        <p:spPr>
          <a:xfrm>
            <a:off x="8100651" y="939160"/>
            <a:ext cx="1546168" cy="2460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9" name="Retângulo 118">
            <a:extLst>
              <a:ext uri="{FF2B5EF4-FFF2-40B4-BE49-F238E27FC236}">
                <a16:creationId xmlns:a16="http://schemas.microsoft.com/office/drawing/2014/main" id="{ABCAF32A-ECEB-DEDF-D84A-2AFCECC56D2A}"/>
              </a:ext>
            </a:extLst>
          </p:cNvPr>
          <p:cNvSpPr/>
          <p:nvPr/>
        </p:nvSpPr>
        <p:spPr>
          <a:xfrm>
            <a:off x="8185092" y="1047227"/>
            <a:ext cx="1361975" cy="22444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8F1D3ADC-4A8E-1B6E-B1DD-AFEC2B9F0867}"/>
              </a:ext>
            </a:extLst>
          </p:cNvPr>
          <p:cNvSpPr txBox="1"/>
          <p:nvPr/>
        </p:nvSpPr>
        <p:spPr>
          <a:xfrm rot="10800000">
            <a:off x="8090529" y="1093289"/>
            <a:ext cx="1546167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gency FB" panose="020B0503020202020204" pitchFamily="34" charset="0"/>
              </a:rPr>
              <a:t>BRUNONONATO.COM</a:t>
            </a:r>
          </a:p>
        </p:txBody>
      </p:sp>
      <p:sp>
        <p:nvSpPr>
          <p:cNvPr id="122" name="Retângulo 121">
            <a:extLst>
              <a:ext uri="{FF2B5EF4-FFF2-40B4-BE49-F238E27FC236}">
                <a16:creationId xmlns:a16="http://schemas.microsoft.com/office/drawing/2014/main" id="{1B26BFE7-10ED-167F-5F19-EA53E00B7E2E}"/>
              </a:ext>
            </a:extLst>
          </p:cNvPr>
          <p:cNvSpPr/>
          <p:nvPr/>
        </p:nvSpPr>
        <p:spPr>
          <a:xfrm>
            <a:off x="8100650" y="3412545"/>
            <a:ext cx="1546168" cy="2460568"/>
          </a:xfrm>
          <a:prstGeom prst="rect">
            <a:avLst/>
          </a:prstGeom>
          <a:solidFill>
            <a:srgbClr val="08B0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3" name="Retângulo 122">
            <a:extLst>
              <a:ext uri="{FF2B5EF4-FFF2-40B4-BE49-F238E27FC236}">
                <a16:creationId xmlns:a16="http://schemas.microsoft.com/office/drawing/2014/main" id="{CF3AE297-6F79-0E70-A5D2-6EC59F78A1DE}"/>
              </a:ext>
            </a:extLst>
          </p:cNvPr>
          <p:cNvSpPr/>
          <p:nvPr/>
        </p:nvSpPr>
        <p:spPr>
          <a:xfrm>
            <a:off x="8100651" y="3412545"/>
            <a:ext cx="1546168" cy="2460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4" name="Retângulo 123">
            <a:extLst>
              <a:ext uri="{FF2B5EF4-FFF2-40B4-BE49-F238E27FC236}">
                <a16:creationId xmlns:a16="http://schemas.microsoft.com/office/drawing/2014/main" id="{0746620F-A0A7-39B9-9859-2B44F6B08CA7}"/>
              </a:ext>
            </a:extLst>
          </p:cNvPr>
          <p:cNvSpPr/>
          <p:nvPr/>
        </p:nvSpPr>
        <p:spPr>
          <a:xfrm>
            <a:off x="8185091" y="3520612"/>
            <a:ext cx="1361975" cy="2244436"/>
          </a:xfrm>
          <a:prstGeom prst="rect">
            <a:avLst/>
          </a:prstGeom>
          <a:noFill/>
          <a:ln>
            <a:solidFill>
              <a:srgbClr val="08B0FB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6" name="Retângulo 125">
            <a:extLst>
              <a:ext uri="{FF2B5EF4-FFF2-40B4-BE49-F238E27FC236}">
                <a16:creationId xmlns:a16="http://schemas.microsoft.com/office/drawing/2014/main" id="{86D343C0-C446-394F-9D32-DDEDA090287F}"/>
              </a:ext>
            </a:extLst>
          </p:cNvPr>
          <p:cNvSpPr/>
          <p:nvPr/>
        </p:nvSpPr>
        <p:spPr>
          <a:xfrm>
            <a:off x="8372409" y="4083220"/>
            <a:ext cx="1002649" cy="834335"/>
          </a:xfrm>
          <a:prstGeom prst="rect">
            <a:avLst/>
          </a:prstGeom>
          <a:noFill/>
          <a:ln w="28575">
            <a:solidFill>
              <a:srgbClr val="08B0FB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dirty="0">
              <a:solidFill>
                <a:srgbClr val="08B0FB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84B513C8-BEE4-1E81-BF7C-9CBF2C612830}"/>
              </a:ext>
            </a:extLst>
          </p:cNvPr>
          <p:cNvSpPr txBox="1"/>
          <p:nvPr/>
        </p:nvSpPr>
        <p:spPr>
          <a:xfrm rot="10800000">
            <a:off x="5002474" y="1780227"/>
            <a:ext cx="154616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gency FB" panose="020B0503020202020204" pitchFamily="34" charset="0"/>
              </a:rPr>
              <a:t>PLANNING</a:t>
            </a:r>
            <a:br>
              <a:rPr lang="pt-BR" dirty="0">
                <a:latin typeface="Agency FB" panose="020B0503020202020204" pitchFamily="34" charset="0"/>
              </a:rPr>
            </a:br>
            <a:r>
              <a:rPr lang="pt-BR" sz="2400" dirty="0">
                <a:latin typeface="Agency FB" panose="020B0503020202020204" pitchFamily="34" charset="0"/>
              </a:rPr>
              <a:t>POKER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BDE64370-C72B-ACA3-68BF-FCFA494C4746}"/>
              </a:ext>
            </a:extLst>
          </p:cNvPr>
          <p:cNvSpPr txBox="1"/>
          <p:nvPr/>
        </p:nvSpPr>
        <p:spPr>
          <a:xfrm rot="10800000">
            <a:off x="6558763" y="1787295"/>
            <a:ext cx="154616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gency FB" panose="020B0503020202020204" pitchFamily="34" charset="0"/>
              </a:rPr>
              <a:t>PLANNING</a:t>
            </a:r>
            <a:br>
              <a:rPr lang="pt-BR" dirty="0">
                <a:latin typeface="Agency FB" panose="020B0503020202020204" pitchFamily="34" charset="0"/>
              </a:rPr>
            </a:br>
            <a:r>
              <a:rPr lang="pt-BR" sz="2400" dirty="0">
                <a:latin typeface="Agency FB" panose="020B0503020202020204" pitchFamily="34" charset="0"/>
              </a:rPr>
              <a:t>POKER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4AB53424-757A-E510-3395-F9B1057D4433}"/>
              </a:ext>
            </a:extLst>
          </p:cNvPr>
          <p:cNvSpPr txBox="1"/>
          <p:nvPr/>
        </p:nvSpPr>
        <p:spPr>
          <a:xfrm rot="10800000">
            <a:off x="8100653" y="1778695"/>
            <a:ext cx="154616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gency FB" panose="020B0503020202020204" pitchFamily="34" charset="0"/>
              </a:rPr>
              <a:t>PLANNING</a:t>
            </a:r>
            <a:br>
              <a:rPr lang="pt-BR" dirty="0">
                <a:latin typeface="Agency FB" panose="020B0503020202020204" pitchFamily="34" charset="0"/>
              </a:rPr>
            </a:br>
            <a:r>
              <a:rPr lang="pt-BR" sz="2400" dirty="0">
                <a:latin typeface="Agency FB" panose="020B0503020202020204" pitchFamily="34" charset="0"/>
              </a:rPr>
              <a:t>POKER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798B4C3-1992-1C60-AE2D-703F301EF71D}"/>
              </a:ext>
            </a:extLst>
          </p:cNvPr>
          <p:cNvSpPr/>
          <p:nvPr/>
        </p:nvSpPr>
        <p:spPr>
          <a:xfrm>
            <a:off x="352521" y="940692"/>
            <a:ext cx="1546168" cy="2460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B8837A-B8FE-253F-6EBF-44954865DB39}"/>
              </a:ext>
            </a:extLst>
          </p:cNvPr>
          <p:cNvSpPr/>
          <p:nvPr/>
        </p:nvSpPr>
        <p:spPr>
          <a:xfrm>
            <a:off x="436962" y="1048759"/>
            <a:ext cx="1361975" cy="22444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98B0A9D-3045-E8A9-D639-3B2CFB8C8A78}"/>
              </a:ext>
            </a:extLst>
          </p:cNvPr>
          <p:cNvSpPr txBox="1"/>
          <p:nvPr/>
        </p:nvSpPr>
        <p:spPr>
          <a:xfrm rot="10800000">
            <a:off x="342399" y="1094821"/>
            <a:ext cx="1546167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gency FB" panose="020B0503020202020204" pitchFamily="34" charset="0"/>
              </a:rPr>
              <a:t>BRUNONONATO.COM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BBBE8B-3002-B47C-6C61-5052E9C1E993}"/>
              </a:ext>
            </a:extLst>
          </p:cNvPr>
          <p:cNvSpPr/>
          <p:nvPr/>
        </p:nvSpPr>
        <p:spPr>
          <a:xfrm>
            <a:off x="352520" y="3414077"/>
            <a:ext cx="1546168" cy="2460568"/>
          </a:xfrm>
          <a:prstGeom prst="rect">
            <a:avLst/>
          </a:prstGeom>
          <a:solidFill>
            <a:srgbClr val="08B0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7349FCE-9E42-D7D7-55D0-176E0EEF8BD6}"/>
              </a:ext>
            </a:extLst>
          </p:cNvPr>
          <p:cNvSpPr/>
          <p:nvPr/>
        </p:nvSpPr>
        <p:spPr>
          <a:xfrm>
            <a:off x="352521" y="3414077"/>
            <a:ext cx="1546168" cy="2460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E08B2AB-3136-5165-4DF2-EABE59686BE8}"/>
              </a:ext>
            </a:extLst>
          </p:cNvPr>
          <p:cNvSpPr/>
          <p:nvPr/>
        </p:nvSpPr>
        <p:spPr>
          <a:xfrm>
            <a:off x="436961" y="3522144"/>
            <a:ext cx="1361975" cy="2244436"/>
          </a:xfrm>
          <a:prstGeom prst="rect">
            <a:avLst/>
          </a:prstGeom>
          <a:noFill/>
          <a:ln>
            <a:solidFill>
              <a:srgbClr val="08B0FB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608E7FA-9E3F-ACB1-8F36-E027DBD3984C}"/>
              </a:ext>
            </a:extLst>
          </p:cNvPr>
          <p:cNvSpPr/>
          <p:nvPr/>
        </p:nvSpPr>
        <p:spPr>
          <a:xfrm>
            <a:off x="624279" y="4084752"/>
            <a:ext cx="1002649" cy="834335"/>
          </a:xfrm>
          <a:prstGeom prst="rect">
            <a:avLst/>
          </a:prstGeom>
          <a:noFill/>
          <a:ln w="28575">
            <a:solidFill>
              <a:srgbClr val="08B0FB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dirty="0">
              <a:solidFill>
                <a:srgbClr val="08B0FB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D70B233-F256-D864-020A-5D8DE5C42472}"/>
              </a:ext>
            </a:extLst>
          </p:cNvPr>
          <p:cNvSpPr/>
          <p:nvPr/>
        </p:nvSpPr>
        <p:spPr>
          <a:xfrm>
            <a:off x="1914414" y="940692"/>
            <a:ext cx="1546168" cy="2460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3FB9169-BA4A-A66F-D0DF-99DF7E88E650}"/>
              </a:ext>
            </a:extLst>
          </p:cNvPr>
          <p:cNvSpPr/>
          <p:nvPr/>
        </p:nvSpPr>
        <p:spPr>
          <a:xfrm>
            <a:off x="1998855" y="1048759"/>
            <a:ext cx="1361975" cy="22444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9CE4DC6-DC52-9AD2-560C-0CE461597F11}"/>
              </a:ext>
            </a:extLst>
          </p:cNvPr>
          <p:cNvSpPr txBox="1"/>
          <p:nvPr/>
        </p:nvSpPr>
        <p:spPr>
          <a:xfrm rot="10800000">
            <a:off x="1904292" y="1094821"/>
            <a:ext cx="1546167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gency FB" panose="020B0503020202020204" pitchFamily="34" charset="0"/>
              </a:rPr>
              <a:t>BRUNONONATO.COM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DD947B4-35E7-9725-23EA-F8B54EC90170}"/>
              </a:ext>
            </a:extLst>
          </p:cNvPr>
          <p:cNvSpPr/>
          <p:nvPr/>
        </p:nvSpPr>
        <p:spPr>
          <a:xfrm>
            <a:off x="1914413" y="3414077"/>
            <a:ext cx="1546168" cy="2460568"/>
          </a:xfrm>
          <a:prstGeom prst="rect">
            <a:avLst/>
          </a:prstGeom>
          <a:solidFill>
            <a:srgbClr val="08B0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F176F52-AAD0-87E8-BA90-549815E2220B}"/>
              </a:ext>
            </a:extLst>
          </p:cNvPr>
          <p:cNvSpPr/>
          <p:nvPr/>
        </p:nvSpPr>
        <p:spPr>
          <a:xfrm>
            <a:off x="1914414" y="3414077"/>
            <a:ext cx="1546168" cy="2460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CA93295-A880-EB9B-99C3-2F63618A4583}"/>
              </a:ext>
            </a:extLst>
          </p:cNvPr>
          <p:cNvSpPr/>
          <p:nvPr/>
        </p:nvSpPr>
        <p:spPr>
          <a:xfrm>
            <a:off x="1998854" y="3522144"/>
            <a:ext cx="1361975" cy="2244436"/>
          </a:xfrm>
          <a:prstGeom prst="rect">
            <a:avLst/>
          </a:prstGeom>
          <a:noFill/>
          <a:ln>
            <a:solidFill>
              <a:srgbClr val="08B0FB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5DB16A8-5C94-6449-4C63-8077DEF8C4D7}"/>
              </a:ext>
            </a:extLst>
          </p:cNvPr>
          <p:cNvSpPr/>
          <p:nvPr/>
        </p:nvSpPr>
        <p:spPr>
          <a:xfrm>
            <a:off x="2186172" y="4084752"/>
            <a:ext cx="1002649" cy="834335"/>
          </a:xfrm>
          <a:prstGeom prst="rect">
            <a:avLst/>
          </a:prstGeom>
          <a:noFill/>
          <a:ln w="28575">
            <a:solidFill>
              <a:srgbClr val="08B0FB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dirty="0">
              <a:solidFill>
                <a:srgbClr val="08B0FB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354B49C-AC3B-58AD-A6FF-92A5E2F5A66B}"/>
              </a:ext>
            </a:extLst>
          </p:cNvPr>
          <p:cNvSpPr txBox="1"/>
          <p:nvPr/>
        </p:nvSpPr>
        <p:spPr>
          <a:xfrm rot="10800000">
            <a:off x="352523" y="1780227"/>
            <a:ext cx="154616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gency FB" panose="020B0503020202020204" pitchFamily="34" charset="0"/>
              </a:rPr>
              <a:t>PLANNING</a:t>
            </a:r>
            <a:br>
              <a:rPr lang="pt-BR" dirty="0">
                <a:latin typeface="Agency FB" panose="020B0503020202020204" pitchFamily="34" charset="0"/>
              </a:rPr>
            </a:br>
            <a:r>
              <a:rPr lang="pt-BR" sz="2400" dirty="0">
                <a:latin typeface="Agency FB" panose="020B0503020202020204" pitchFamily="34" charset="0"/>
              </a:rPr>
              <a:t>POKER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C87F6AD-1065-328F-9A1C-7C05AB8A86C3}"/>
              </a:ext>
            </a:extLst>
          </p:cNvPr>
          <p:cNvSpPr txBox="1"/>
          <p:nvPr/>
        </p:nvSpPr>
        <p:spPr>
          <a:xfrm rot="10800000">
            <a:off x="1914416" y="1780227"/>
            <a:ext cx="154616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gency FB" panose="020B0503020202020204" pitchFamily="34" charset="0"/>
              </a:rPr>
              <a:t>PLANNING</a:t>
            </a:r>
            <a:br>
              <a:rPr lang="pt-BR" dirty="0">
                <a:latin typeface="Agency FB" panose="020B0503020202020204" pitchFamily="34" charset="0"/>
              </a:rPr>
            </a:br>
            <a:r>
              <a:rPr lang="pt-BR" sz="2400" dirty="0">
                <a:latin typeface="Agency FB" panose="020B0503020202020204" pitchFamily="34" charset="0"/>
              </a:rPr>
              <a:t>POKER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7EC1D5A-5228-9482-C3ED-020CFC4A4B18}"/>
              </a:ext>
            </a:extLst>
          </p:cNvPr>
          <p:cNvSpPr/>
          <p:nvPr/>
        </p:nvSpPr>
        <p:spPr>
          <a:xfrm>
            <a:off x="3456305" y="940692"/>
            <a:ext cx="1546168" cy="2460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9E9018F-44B6-B531-963E-DCD09A573D76}"/>
              </a:ext>
            </a:extLst>
          </p:cNvPr>
          <p:cNvSpPr/>
          <p:nvPr/>
        </p:nvSpPr>
        <p:spPr>
          <a:xfrm>
            <a:off x="3540746" y="1048759"/>
            <a:ext cx="1361975" cy="22444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9F50B12-4AD9-CC17-6034-2000EB98CCD7}"/>
              </a:ext>
            </a:extLst>
          </p:cNvPr>
          <p:cNvSpPr txBox="1"/>
          <p:nvPr/>
        </p:nvSpPr>
        <p:spPr>
          <a:xfrm rot="10800000">
            <a:off x="3446183" y="1094821"/>
            <a:ext cx="1546167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gency FB" panose="020B0503020202020204" pitchFamily="34" charset="0"/>
              </a:rPr>
              <a:t>BRUNONONATO.COM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E8A88B6-1A22-3C71-EA11-B9A0CB274829}"/>
              </a:ext>
            </a:extLst>
          </p:cNvPr>
          <p:cNvSpPr/>
          <p:nvPr/>
        </p:nvSpPr>
        <p:spPr>
          <a:xfrm>
            <a:off x="3456304" y="3414077"/>
            <a:ext cx="1546168" cy="2460568"/>
          </a:xfrm>
          <a:prstGeom prst="rect">
            <a:avLst/>
          </a:prstGeom>
          <a:solidFill>
            <a:srgbClr val="08B0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5A92455-D294-2729-950E-FDE8E344E753}"/>
              </a:ext>
            </a:extLst>
          </p:cNvPr>
          <p:cNvSpPr/>
          <p:nvPr/>
        </p:nvSpPr>
        <p:spPr>
          <a:xfrm>
            <a:off x="3456305" y="3414077"/>
            <a:ext cx="1546168" cy="2460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7EFF909-5A85-7D52-1EE0-74F3619D3B71}"/>
              </a:ext>
            </a:extLst>
          </p:cNvPr>
          <p:cNvSpPr/>
          <p:nvPr/>
        </p:nvSpPr>
        <p:spPr>
          <a:xfrm>
            <a:off x="3540745" y="3522144"/>
            <a:ext cx="1361975" cy="2244436"/>
          </a:xfrm>
          <a:prstGeom prst="rect">
            <a:avLst/>
          </a:prstGeom>
          <a:noFill/>
          <a:ln>
            <a:solidFill>
              <a:srgbClr val="08B0FB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3089D43-337F-EA20-FA67-4E82EEB9DBAB}"/>
              </a:ext>
            </a:extLst>
          </p:cNvPr>
          <p:cNvSpPr/>
          <p:nvPr/>
        </p:nvSpPr>
        <p:spPr>
          <a:xfrm>
            <a:off x="3728063" y="4084752"/>
            <a:ext cx="1002649" cy="834335"/>
          </a:xfrm>
          <a:prstGeom prst="rect">
            <a:avLst/>
          </a:prstGeom>
          <a:noFill/>
          <a:ln w="28575">
            <a:solidFill>
              <a:srgbClr val="08B0FB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dirty="0">
              <a:solidFill>
                <a:srgbClr val="08B0FB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94DE323-7094-7950-9079-2550D23054CF}"/>
              </a:ext>
            </a:extLst>
          </p:cNvPr>
          <p:cNvSpPr txBox="1"/>
          <p:nvPr/>
        </p:nvSpPr>
        <p:spPr>
          <a:xfrm rot="10800000">
            <a:off x="3456307" y="1780227"/>
            <a:ext cx="1546166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gency FB" panose="020B0503020202020204" pitchFamily="34" charset="0"/>
              </a:rPr>
              <a:t>PLANNING</a:t>
            </a:r>
            <a:br>
              <a:rPr lang="pt-BR" dirty="0">
                <a:latin typeface="Agency FB" panose="020B0503020202020204" pitchFamily="34" charset="0"/>
              </a:rPr>
            </a:br>
            <a:r>
              <a:rPr lang="pt-BR" sz="2400" dirty="0">
                <a:latin typeface="Agency FB" panose="020B0503020202020204" pitchFamily="34" charset="0"/>
              </a:rPr>
              <a:t>POKER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B416C5C-8319-4CED-BC23-61E77B324BE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3770" y="4219520"/>
            <a:ext cx="693893" cy="55053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F919957-1478-4802-334C-00FDD8ACD5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22686" y="4255100"/>
            <a:ext cx="693893" cy="55053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BB568FE-EF37-E96D-5CAC-22E3F4423E0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82440" y="4255100"/>
            <a:ext cx="693893" cy="550539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7E98C731-5C7D-951E-0BC9-01C60B492DD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08048" y="4226649"/>
            <a:ext cx="693893" cy="550539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2A01B53-342B-92FE-7790-0231DBE5A83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12074" y="4266294"/>
            <a:ext cx="693893" cy="550539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63728F58-6342-030F-D689-B22CE653EBF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56103" y="4255099"/>
            <a:ext cx="693893" cy="55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448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</TotalTime>
  <Words>78</Words>
  <Application>Microsoft Office PowerPoint</Application>
  <PresentationFormat>Papel A4 (210 x 297 mm)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Agency FB</vt:lpstr>
      <vt:lpstr>Arial</vt:lpstr>
      <vt:lpstr>Bahnschrift Condensed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Nonato</dc:creator>
  <cp:lastModifiedBy>Paullo Estevam</cp:lastModifiedBy>
  <cp:revision>9</cp:revision>
  <dcterms:created xsi:type="dcterms:W3CDTF">2019-04-04T17:53:16Z</dcterms:created>
  <dcterms:modified xsi:type="dcterms:W3CDTF">2024-12-05T13:28:20Z</dcterms:modified>
</cp:coreProperties>
</file>